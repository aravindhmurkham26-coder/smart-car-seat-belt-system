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65" r:id="rId5"/>
    <p:sldId id="274" r:id="rId6"/>
    <p:sldId id="269" r:id="rId7"/>
    <p:sldId id="275" r:id="rId8"/>
    <p:sldId id="272" r:id="rId9"/>
    <p:sldId id="273" r:id="rId10"/>
    <p:sldId id="277"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00AEE62-B726-4320-8945-B35089A7AEA1}">
          <p14:sldIdLst>
            <p14:sldId id="256"/>
            <p14:sldId id="257"/>
            <p14:sldId id="258"/>
            <p14:sldId id="265"/>
            <p14:sldId id="274"/>
            <p14:sldId id="269"/>
            <p14:sldId id="275"/>
            <p14:sldId id="272"/>
            <p14:sldId id="273"/>
            <p14:sldId id="277"/>
            <p14:sldId id="26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A39D93-BF2E-489D-8B99-D9C93D7E95A3}" v="83" dt="2025-02-18T18:58:22.0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5" d="100"/>
          <a:sy n="75" d="100"/>
        </p:scale>
        <p:origin x="854"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gavarapu jhansi" userId="2f5cf05ebd13dada" providerId="LiveId" clId="{71A39D93-BF2E-489D-8B99-D9C93D7E95A3}"/>
    <pc:docChg chg="undo custSel modSld">
      <pc:chgData name="singavarapu jhansi" userId="2f5cf05ebd13dada" providerId="LiveId" clId="{71A39D93-BF2E-489D-8B99-D9C93D7E95A3}" dt="2025-02-18T18:59:11.923" v="443" actId="207"/>
      <pc:docMkLst>
        <pc:docMk/>
      </pc:docMkLst>
      <pc:sldChg chg="addSp modSp mod">
        <pc:chgData name="singavarapu jhansi" userId="2f5cf05ebd13dada" providerId="LiveId" clId="{71A39D93-BF2E-489D-8B99-D9C93D7E95A3}" dt="2025-02-18T18:14:07.918" v="19" actId="14100"/>
        <pc:sldMkLst>
          <pc:docMk/>
          <pc:sldMk cId="0" sldId="258"/>
        </pc:sldMkLst>
        <pc:spChg chg="add mod">
          <ac:chgData name="singavarapu jhansi" userId="2f5cf05ebd13dada" providerId="LiveId" clId="{71A39D93-BF2E-489D-8B99-D9C93D7E95A3}" dt="2025-02-18T18:14:07.918" v="19" actId="14100"/>
          <ac:spMkLst>
            <pc:docMk/>
            <pc:sldMk cId="0" sldId="258"/>
            <ac:spMk id="2" creationId="{E7818311-DE07-4421-7E8C-B94CCA9C6D03}"/>
          </ac:spMkLst>
        </pc:spChg>
        <pc:spChg chg="mod">
          <ac:chgData name="singavarapu jhansi" userId="2f5cf05ebd13dada" providerId="LiveId" clId="{71A39D93-BF2E-489D-8B99-D9C93D7E95A3}" dt="2025-02-18T18:13:10.482" v="12" actId="2710"/>
          <ac:spMkLst>
            <pc:docMk/>
            <pc:sldMk cId="0" sldId="258"/>
            <ac:spMk id="3" creationId="{FA69C900-0DB2-4C0C-E234-B60F35E1FDAC}"/>
          </ac:spMkLst>
        </pc:spChg>
        <pc:spChg chg="mod">
          <ac:chgData name="singavarapu jhansi" userId="2f5cf05ebd13dada" providerId="LiveId" clId="{71A39D93-BF2E-489D-8B99-D9C93D7E95A3}" dt="2025-02-18T18:13:25.985" v="15" actId="20577"/>
          <ac:spMkLst>
            <pc:docMk/>
            <pc:sldMk cId="0" sldId="258"/>
            <ac:spMk id="1048595" creationId="{00000000-0000-0000-0000-000000000000}"/>
          </ac:spMkLst>
        </pc:spChg>
      </pc:sldChg>
      <pc:sldChg chg="modSp mod">
        <pc:chgData name="singavarapu jhansi" userId="2f5cf05ebd13dada" providerId="LiveId" clId="{71A39D93-BF2E-489D-8B99-D9C93D7E95A3}" dt="2025-02-18T18:20:22.966" v="59" actId="113"/>
        <pc:sldMkLst>
          <pc:docMk/>
          <pc:sldMk cId="20243555" sldId="265"/>
        </pc:sldMkLst>
        <pc:spChg chg="mod">
          <ac:chgData name="singavarapu jhansi" userId="2f5cf05ebd13dada" providerId="LiveId" clId="{71A39D93-BF2E-489D-8B99-D9C93D7E95A3}" dt="2025-02-18T18:20:22.966" v="59" actId="113"/>
          <ac:spMkLst>
            <pc:docMk/>
            <pc:sldMk cId="20243555" sldId="265"/>
            <ac:spMk id="3" creationId="{05AEC0F1-9C19-B677-F392-2831CD230FC5}"/>
          </ac:spMkLst>
        </pc:spChg>
      </pc:sldChg>
      <pc:sldChg chg="addSp delSp modSp mod">
        <pc:chgData name="singavarapu jhansi" userId="2f5cf05ebd13dada" providerId="LiveId" clId="{71A39D93-BF2E-489D-8B99-D9C93D7E95A3}" dt="2025-02-18T18:59:11.923" v="443" actId="207"/>
        <pc:sldMkLst>
          <pc:docMk/>
          <pc:sldMk cId="505096995" sldId="269"/>
        </pc:sldMkLst>
        <pc:spChg chg="add del mod">
          <ac:chgData name="singavarapu jhansi" userId="2f5cf05ebd13dada" providerId="LiveId" clId="{71A39D93-BF2E-489D-8B99-D9C93D7E95A3}" dt="2025-02-18T18:58:46.417" v="432"/>
          <ac:spMkLst>
            <pc:docMk/>
            <pc:sldMk cId="505096995" sldId="269"/>
            <ac:spMk id="7" creationId="{A9E3EEA9-0070-7F78-7CCC-DCF7B1C377FB}"/>
          </ac:spMkLst>
        </pc:spChg>
        <pc:spChg chg="mod">
          <ac:chgData name="singavarapu jhansi" userId="2f5cf05ebd13dada" providerId="LiveId" clId="{71A39D93-BF2E-489D-8B99-D9C93D7E95A3}" dt="2025-02-18T18:59:11.923" v="443" actId="207"/>
          <ac:spMkLst>
            <pc:docMk/>
            <pc:sldMk cId="505096995" sldId="269"/>
            <ac:spMk id="15" creationId="{8F15BE69-074B-72E9-8164-3D62900CC7A2}"/>
          </ac:spMkLst>
        </pc:spChg>
        <pc:inkChg chg="add del">
          <ac:chgData name="singavarapu jhansi" userId="2f5cf05ebd13dada" providerId="LiveId" clId="{71A39D93-BF2E-489D-8B99-D9C93D7E95A3}" dt="2025-02-18T18:29:40.334" v="100"/>
          <ac:inkMkLst>
            <pc:docMk/>
            <pc:sldMk cId="505096995" sldId="269"/>
            <ac:inkMk id="5" creationId="{A35E1BED-24D7-C923-0E9A-82A90F338BAF}"/>
          </ac:inkMkLst>
        </pc:inkChg>
        <pc:inkChg chg="add del">
          <ac:chgData name="singavarapu jhansi" userId="2f5cf05ebd13dada" providerId="LiveId" clId="{71A39D93-BF2E-489D-8B99-D9C93D7E95A3}" dt="2025-02-18T18:29:40.334" v="101"/>
          <ac:inkMkLst>
            <pc:docMk/>
            <pc:sldMk cId="505096995" sldId="269"/>
            <ac:inkMk id="6" creationId="{33364F03-451E-EF50-A609-1E1E1EE7597A}"/>
          </ac:inkMkLst>
        </pc:inkChg>
      </pc:sldChg>
      <pc:sldChg chg="addSp modSp mod">
        <pc:chgData name="singavarapu jhansi" userId="2f5cf05ebd13dada" providerId="LiveId" clId="{71A39D93-BF2E-489D-8B99-D9C93D7E95A3}" dt="2025-02-18T18:47:04.173" v="338" actId="1076"/>
        <pc:sldMkLst>
          <pc:docMk/>
          <pc:sldMk cId="3304446827" sldId="272"/>
        </pc:sldMkLst>
        <pc:spChg chg="mod">
          <ac:chgData name="singavarapu jhansi" userId="2f5cf05ebd13dada" providerId="LiveId" clId="{71A39D93-BF2E-489D-8B99-D9C93D7E95A3}" dt="2025-02-18T18:45:04.270" v="333" actId="1076"/>
          <ac:spMkLst>
            <pc:docMk/>
            <pc:sldMk cId="3304446827" sldId="272"/>
            <ac:spMk id="3" creationId="{62ED4889-BFA9-FFAB-82ED-279E399266DB}"/>
          </ac:spMkLst>
        </pc:spChg>
        <pc:spChg chg="add mod">
          <ac:chgData name="singavarapu jhansi" userId="2f5cf05ebd13dada" providerId="LiveId" clId="{71A39D93-BF2E-489D-8B99-D9C93D7E95A3}" dt="2025-02-18T18:47:04.173" v="338" actId="1076"/>
          <ac:spMkLst>
            <pc:docMk/>
            <pc:sldMk cId="3304446827" sldId="272"/>
            <ac:spMk id="4" creationId="{1F769F1F-1292-80BF-2FEB-8EA4847A96EE}"/>
          </ac:spMkLst>
        </pc:spChg>
      </pc:sldChg>
      <pc:sldChg chg="addSp modSp mod">
        <pc:chgData name="singavarapu jhansi" userId="2f5cf05ebd13dada" providerId="LiveId" clId="{71A39D93-BF2E-489D-8B99-D9C93D7E95A3}" dt="2025-02-18T18:53:17.386" v="373" actId="113"/>
        <pc:sldMkLst>
          <pc:docMk/>
          <pc:sldMk cId="2515585040" sldId="273"/>
        </pc:sldMkLst>
        <pc:spChg chg="mod">
          <ac:chgData name="singavarapu jhansi" userId="2f5cf05ebd13dada" providerId="LiveId" clId="{71A39D93-BF2E-489D-8B99-D9C93D7E95A3}" dt="2025-02-18T18:52:03.996" v="365" actId="1076"/>
          <ac:spMkLst>
            <pc:docMk/>
            <pc:sldMk cId="2515585040" sldId="273"/>
            <ac:spMk id="2" creationId="{2093422C-BAE7-EA41-A688-09D5138E82E0}"/>
          </ac:spMkLst>
        </pc:spChg>
        <pc:spChg chg="add mod">
          <ac:chgData name="singavarapu jhansi" userId="2f5cf05ebd13dada" providerId="LiveId" clId="{71A39D93-BF2E-489D-8B99-D9C93D7E95A3}" dt="2025-02-18T18:53:17.386" v="373" actId="113"/>
          <ac:spMkLst>
            <pc:docMk/>
            <pc:sldMk cId="2515585040" sldId="273"/>
            <ac:spMk id="3" creationId="{399361BF-16E0-CEBF-084C-5ADAED69EB23}"/>
          </ac:spMkLst>
        </pc:spChg>
        <pc:spChg chg="mod">
          <ac:chgData name="singavarapu jhansi" userId="2f5cf05ebd13dada" providerId="LiveId" clId="{71A39D93-BF2E-489D-8B99-D9C93D7E95A3}" dt="2025-02-18T18:52:03.996" v="365" actId="1076"/>
          <ac:spMkLst>
            <pc:docMk/>
            <pc:sldMk cId="2515585040" sldId="273"/>
            <ac:spMk id="4" creationId="{2667F8B2-6C67-9F16-2F74-4055A357D8A7}"/>
          </ac:spMkLst>
        </pc:spChg>
        <pc:spChg chg="mod">
          <ac:chgData name="singavarapu jhansi" userId="2f5cf05ebd13dada" providerId="LiveId" clId="{71A39D93-BF2E-489D-8B99-D9C93D7E95A3}" dt="2025-02-18T18:52:03.996" v="365" actId="1076"/>
          <ac:spMkLst>
            <pc:docMk/>
            <pc:sldMk cId="2515585040" sldId="273"/>
            <ac:spMk id="6" creationId="{13B2FFC3-C4B8-082D-4181-376447DA6726}"/>
          </ac:spMkLst>
        </pc:spChg>
      </pc:sldChg>
      <pc:sldChg chg="addSp delSp modSp mod">
        <pc:chgData name="singavarapu jhansi" userId="2f5cf05ebd13dada" providerId="LiveId" clId="{71A39D93-BF2E-489D-8B99-D9C93D7E95A3}" dt="2025-02-18T18:24:43.739" v="97" actId="9405"/>
        <pc:sldMkLst>
          <pc:docMk/>
          <pc:sldMk cId="2635421195" sldId="274"/>
        </pc:sldMkLst>
        <pc:grpChg chg="add del mod">
          <ac:chgData name="singavarapu jhansi" userId="2f5cf05ebd13dada" providerId="LiveId" clId="{71A39D93-BF2E-489D-8B99-D9C93D7E95A3}" dt="2025-02-18T18:23:45.189" v="88"/>
          <ac:grpSpMkLst>
            <pc:docMk/>
            <pc:sldMk cId="2635421195" sldId="274"/>
            <ac:grpSpMk id="12" creationId="{878F9D08-010B-D912-0D07-49C3A8F64303}"/>
          </ac:grpSpMkLst>
        </pc:grpChg>
        <pc:grpChg chg="add del mod">
          <ac:chgData name="singavarapu jhansi" userId="2f5cf05ebd13dada" providerId="LiveId" clId="{71A39D93-BF2E-489D-8B99-D9C93D7E95A3}" dt="2025-02-18T18:23:26.900" v="86"/>
          <ac:grpSpMkLst>
            <pc:docMk/>
            <pc:sldMk cId="2635421195" sldId="274"/>
            <ac:grpSpMk id="15" creationId="{C43F7F9B-AB4C-D8A1-8DA8-D62432BEC9E9}"/>
          </ac:grpSpMkLst>
        </pc:grpChg>
        <pc:grpChg chg="add del mod">
          <ac:chgData name="singavarapu jhansi" userId="2f5cf05ebd13dada" providerId="LiveId" clId="{71A39D93-BF2E-489D-8B99-D9C93D7E95A3}" dt="2025-02-18T18:23:26.900" v="86"/>
          <ac:grpSpMkLst>
            <pc:docMk/>
            <pc:sldMk cId="2635421195" sldId="274"/>
            <ac:grpSpMk id="16" creationId="{B88D6938-A6F8-D93D-2666-7BDA9227EDE6}"/>
          </ac:grpSpMkLst>
        </pc:grpChg>
        <pc:grpChg chg="mod">
          <ac:chgData name="singavarapu jhansi" userId="2f5cf05ebd13dada" providerId="LiveId" clId="{71A39D93-BF2E-489D-8B99-D9C93D7E95A3}" dt="2025-02-18T18:23:26.462" v="84"/>
          <ac:grpSpMkLst>
            <pc:docMk/>
            <pc:sldMk cId="2635421195" sldId="274"/>
            <ac:grpSpMk id="18" creationId="{FF561496-601B-B027-3ADC-6807B52F1926}"/>
          </ac:grpSpMkLst>
        </pc:grpChg>
        <pc:grpChg chg="del mod">
          <ac:chgData name="singavarapu jhansi" userId="2f5cf05ebd13dada" providerId="LiveId" clId="{71A39D93-BF2E-489D-8B99-D9C93D7E95A3}" dt="2025-02-18T18:24:13.245" v="91"/>
          <ac:grpSpMkLst>
            <pc:docMk/>
            <pc:sldMk cId="2635421195" sldId="274"/>
            <ac:grpSpMk id="20" creationId="{B9E532EE-D699-B199-9F0B-85132C78809D}"/>
          </ac:grpSpMkLst>
        </pc:grpChg>
        <pc:grpChg chg="mod">
          <ac:chgData name="singavarapu jhansi" userId="2f5cf05ebd13dada" providerId="LiveId" clId="{71A39D93-BF2E-489D-8B99-D9C93D7E95A3}" dt="2025-02-18T18:24:18.276" v="92"/>
          <ac:grpSpMkLst>
            <pc:docMk/>
            <pc:sldMk cId="2635421195" sldId="274"/>
            <ac:grpSpMk id="23" creationId="{FDA3B080-7F1E-C9B1-6FF8-82D88E166248}"/>
          </ac:grpSpMkLst>
        </pc:grpChg>
        <pc:grpChg chg="del mod">
          <ac:chgData name="singavarapu jhansi" userId="2f5cf05ebd13dada" providerId="LiveId" clId="{71A39D93-BF2E-489D-8B99-D9C93D7E95A3}" dt="2025-02-18T18:24:35.613" v="96"/>
          <ac:grpSpMkLst>
            <pc:docMk/>
            <pc:sldMk cId="2635421195" sldId="274"/>
            <ac:grpSpMk id="26" creationId="{CDF5C7AC-76FF-5C8C-9965-1C6B97CF6685}"/>
          </ac:grpSpMkLst>
        </pc:grpChg>
        <pc:picChg chg="add mod">
          <ac:chgData name="singavarapu jhansi" userId="2f5cf05ebd13dada" providerId="LiveId" clId="{71A39D93-BF2E-489D-8B99-D9C93D7E95A3}" dt="2025-02-18T18:21:19.693" v="64" actId="1076"/>
          <ac:picMkLst>
            <pc:docMk/>
            <pc:sldMk cId="2635421195" sldId="274"/>
            <ac:picMk id="4" creationId="{EFA103AD-89F5-12A5-31E8-C57025F73838}"/>
          </ac:picMkLst>
        </pc:picChg>
        <pc:picChg chg="del">
          <ac:chgData name="singavarapu jhansi" userId="2f5cf05ebd13dada" providerId="LiveId" clId="{71A39D93-BF2E-489D-8B99-D9C93D7E95A3}" dt="2025-02-18T18:20:34.648" v="60" actId="478"/>
          <ac:picMkLst>
            <pc:docMk/>
            <pc:sldMk cId="2635421195" sldId="274"/>
            <ac:picMk id="1028" creationId="{480458C1-EF2F-E8BF-41AF-D085C4EA2B84}"/>
          </ac:picMkLst>
        </pc:picChg>
        <pc:inkChg chg="add del">
          <ac:chgData name="singavarapu jhansi" userId="2f5cf05ebd13dada" providerId="LiveId" clId="{71A39D93-BF2E-489D-8B99-D9C93D7E95A3}" dt="2025-02-18T18:22:14.313" v="69"/>
          <ac:inkMkLst>
            <pc:docMk/>
            <pc:sldMk cId="2635421195" sldId="274"/>
            <ac:inkMk id="5" creationId="{10FED4F3-06BA-1376-45D4-3B352652A516}"/>
          </ac:inkMkLst>
        </pc:inkChg>
        <pc:inkChg chg="add del">
          <ac:chgData name="singavarapu jhansi" userId="2f5cf05ebd13dada" providerId="LiveId" clId="{71A39D93-BF2E-489D-8B99-D9C93D7E95A3}" dt="2025-02-18T18:22:14.313" v="68"/>
          <ac:inkMkLst>
            <pc:docMk/>
            <pc:sldMk cId="2635421195" sldId="274"/>
            <ac:inkMk id="6" creationId="{0F67461B-9421-54BA-C4E9-BC27AE24F203}"/>
          </ac:inkMkLst>
        </pc:inkChg>
        <pc:inkChg chg="add del">
          <ac:chgData name="singavarapu jhansi" userId="2f5cf05ebd13dada" providerId="LiveId" clId="{71A39D93-BF2E-489D-8B99-D9C93D7E95A3}" dt="2025-02-18T18:22:14.313" v="70"/>
          <ac:inkMkLst>
            <pc:docMk/>
            <pc:sldMk cId="2635421195" sldId="274"/>
            <ac:inkMk id="7" creationId="{FCBB6A90-1AC6-F84A-304A-88E4457280C4}"/>
          </ac:inkMkLst>
        </pc:inkChg>
        <pc:inkChg chg="add del">
          <ac:chgData name="singavarapu jhansi" userId="2f5cf05ebd13dada" providerId="LiveId" clId="{71A39D93-BF2E-489D-8B99-D9C93D7E95A3}" dt="2025-02-18T18:22:41.810" v="74"/>
          <ac:inkMkLst>
            <pc:docMk/>
            <pc:sldMk cId="2635421195" sldId="274"/>
            <ac:inkMk id="8" creationId="{7C079433-69F8-688A-AA42-EA89C68C916C}"/>
          </ac:inkMkLst>
        </pc:inkChg>
        <pc:inkChg chg="add del">
          <ac:chgData name="singavarapu jhansi" userId="2f5cf05ebd13dada" providerId="LiveId" clId="{71A39D93-BF2E-489D-8B99-D9C93D7E95A3}" dt="2025-02-18T18:22:41.810" v="73"/>
          <ac:inkMkLst>
            <pc:docMk/>
            <pc:sldMk cId="2635421195" sldId="274"/>
            <ac:inkMk id="9" creationId="{0F6D39B0-AA43-D2D8-1C70-D650C705ED9F}"/>
          </ac:inkMkLst>
        </pc:inkChg>
        <pc:inkChg chg="add del mod">
          <ac:chgData name="singavarapu jhansi" userId="2f5cf05ebd13dada" providerId="LiveId" clId="{71A39D93-BF2E-489D-8B99-D9C93D7E95A3}" dt="2025-02-18T18:24:18.276" v="92"/>
          <ac:inkMkLst>
            <pc:docMk/>
            <pc:sldMk cId="2635421195" sldId="274"/>
            <ac:inkMk id="10" creationId="{75116234-4F92-8C13-6E35-84A3D1FB3ABB}"/>
          </ac:inkMkLst>
        </pc:inkChg>
        <pc:inkChg chg="add mod">
          <ac:chgData name="singavarapu jhansi" userId="2f5cf05ebd13dada" providerId="LiveId" clId="{71A39D93-BF2E-489D-8B99-D9C93D7E95A3}" dt="2025-02-18T18:24:18.276" v="92"/>
          <ac:inkMkLst>
            <pc:docMk/>
            <pc:sldMk cId="2635421195" sldId="274"/>
            <ac:inkMk id="11" creationId="{838CB5AC-7A45-09CB-7D2E-61738243D0D3}"/>
          </ac:inkMkLst>
        </pc:inkChg>
        <pc:inkChg chg="add mod">
          <ac:chgData name="singavarapu jhansi" userId="2f5cf05ebd13dada" providerId="LiveId" clId="{71A39D93-BF2E-489D-8B99-D9C93D7E95A3}" dt="2025-02-18T18:23:26.900" v="86"/>
          <ac:inkMkLst>
            <pc:docMk/>
            <pc:sldMk cId="2635421195" sldId="274"/>
            <ac:inkMk id="13" creationId="{62F25E71-BE82-7C8A-47E8-2A5A66448CFF}"/>
          </ac:inkMkLst>
        </pc:inkChg>
        <pc:inkChg chg="add del mod">
          <ac:chgData name="singavarapu jhansi" userId="2f5cf05ebd13dada" providerId="LiveId" clId="{71A39D93-BF2E-489D-8B99-D9C93D7E95A3}" dt="2025-02-18T18:23:26.900" v="86"/>
          <ac:inkMkLst>
            <pc:docMk/>
            <pc:sldMk cId="2635421195" sldId="274"/>
            <ac:inkMk id="14" creationId="{642E0D3F-3A4E-424B-0233-28D2E51BCDA9}"/>
          </ac:inkMkLst>
        </pc:inkChg>
        <pc:inkChg chg="add del mod">
          <ac:chgData name="singavarapu jhansi" userId="2f5cf05ebd13dada" providerId="LiveId" clId="{71A39D93-BF2E-489D-8B99-D9C93D7E95A3}" dt="2025-02-18T18:23:26.462" v="84"/>
          <ac:inkMkLst>
            <pc:docMk/>
            <pc:sldMk cId="2635421195" sldId="274"/>
            <ac:inkMk id="17" creationId="{17318495-8F42-8B59-0A7A-39604AFAF37A}"/>
          </ac:inkMkLst>
        </pc:inkChg>
        <pc:inkChg chg="add mod">
          <ac:chgData name="singavarapu jhansi" userId="2f5cf05ebd13dada" providerId="LiveId" clId="{71A39D93-BF2E-489D-8B99-D9C93D7E95A3}" dt="2025-02-18T18:24:13.245" v="91"/>
          <ac:inkMkLst>
            <pc:docMk/>
            <pc:sldMk cId="2635421195" sldId="274"/>
            <ac:inkMk id="19" creationId="{5268F206-6397-AFE7-D793-63B4A02E55EC}"/>
          </ac:inkMkLst>
        </pc:inkChg>
        <pc:inkChg chg="add">
          <ac:chgData name="singavarapu jhansi" userId="2f5cf05ebd13dada" providerId="LiveId" clId="{71A39D93-BF2E-489D-8B99-D9C93D7E95A3}" dt="2025-02-18T18:23:49.764" v="89" actId="9405"/>
          <ac:inkMkLst>
            <pc:docMk/>
            <pc:sldMk cId="2635421195" sldId="274"/>
            <ac:inkMk id="21" creationId="{50C6A935-5CFC-8633-84E4-EB781A02B955}"/>
          </ac:inkMkLst>
        </pc:inkChg>
        <pc:inkChg chg="add mod">
          <ac:chgData name="singavarapu jhansi" userId="2f5cf05ebd13dada" providerId="LiveId" clId="{71A39D93-BF2E-489D-8B99-D9C93D7E95A3}" dt="2025-02-18T18:24:18.276" v="92"/>
          <ac:inkMkLst>
            <pc:docMk/>
            <pc:sldMk cId="2635421195" sldId="274"/>
            <ac:inkMk id="22" creationId="{66A2B22D-BBB4-7B56-999E-424327E63108}"/>
          </ac:inkMkLst>
        </pc:inkChg>
        <pc:inkChg chg="add mod">
          <ac:chgData name="singavarapu jhansi" userId="2f5cf05ebd13dada" providerId="LiveId" clId="{71A39D93-BF2E-489D-8B99-D9C93D7E95A3}" dt="2025-02-18T18:24:35.613" v="96"/>
          <ac:inkMkLst>
            <pc:docMk/>
            <pc:sldMk cId="2635421195" sldId="274"/>
            <ac:inkMk id="24" creationId="{57071C91-E66C-89C2-5954-84F7BE5C3A84}"/>
          </ac:inkMkLst>
        </pc:inkChg>
        <pc:inkChg chg="add del mod">
          <ac:chgData name="singavarapu jhansi" userId="2f5cf05ebd13dada" providerId="LiveId" clId="{71A39D93-BF2E-489D-8B99-D9C93D7E95A3}" dt="2025-02-18T18:24:35.613" v="96"/>
          <ac:inkMkLst>
            <pc:docMk/>
            <pc:sldMk cId="2635421195" sldId="274"/>
            <ac:inkMk id="25" creationId="{F61FF531-A8CA-10C9-D927-542BDC7636E9}"/>
          </ac:inkMkLst>
        </pc:inkChg>
        <pc:inkChg chg="add">
          <ac:chgData name="singavarapu jhansi" userId="2f5cf05ebd13dada" providerId="LiveId" clId="{71A39D93-BF2E-489D-8B99-D9C93D7E95A3}" dt="2025-02-18T18:24:43.739" v="97" actId="9405"/>
          <ac:inkMkLst>
            <pc:docMk/>
            <pc:sldMk cId="2635421195" sldId="274"/>
            <ac:inkMk id="27" creationId="{DDFF0EBC-B426-945B-E83A-4B150F5AFA9D}"/>
          </ac:inkMkLst>
        </pc:inkChg>
      </pc:sldChg>
      <pc:sldChg chg="addSp delSp modSp mod">
        <pc:chgData name="singavarapu jhansi" userId="2f5cf05ebd13dada" providerId="LiveId" clId="{71A39D93-BF2E-489D-8B99-D9C93D7E95A3}" dt="2025-02-18T18:58:06.086" v="423" actId="207"/>
        <pc:sldMkLst>
          <pc:docMk/>
          <pc:sldMk cId="904335083" sldId="275"/>
        </pc:sldMkLst>
        <pc:spChg chg="del mod">
          <ac:chgData name="singavarapu jhansi" userId="2f5cf05ebd13dada" providerId="LiveId" clId="{71A39D93-BF2E-489D-8B99-D9C93D7E95A3}" dt="2025-02-18T18:34:34.820" v="184"/>
          <ac:spMkLst>
            <pc:docMk/>
            <pc:sldMk cId="904335083" sldId="275"/>
            <ac:spMk id="3" creationId="{62ED4889-BFA9-FFAB-82ED-279E399266DB}"/>
          </ac:spMkLst>
        </pc:spChg>
        <pc:spChg chg="add mod">
          <ac:chgData name="singavarapu jhansi" userId="2f5cf05ebd13dada" providerId="LiveId" clId="{71A39D93-BF2E-489D-8B99-D9C93D7E95A3}" dt="2025-02-18T18:58:06.086" v="423" actId="207"/>
          <ac:spMkLst>
            <pc:docMk/>
            <pc:sldMk cId="904335083" sldId="275"/>
            <ac:spMk id="5" creationId="{F17BF6C5-043E-E1F6-54C8-2B761054E377}"/>
          </ac:spMkLst>
        </pc:spChg>
      </pc:sldChg>
      <pc:sldChg chg="addSp modSp mod">
        <pc:chgData name="singavarapu jhansi" userId="2f5cf05ebd13dada" providerId="LiveId" clId="{71A39D93-BF2E-489D-8B99-D9C93D7E95A3}" dt="2025-02-18T18:57:52.711" v="422" actId="1076"/>
        <pc:sldMkLst>
          <pc:docMk/>
          <pc:sldMk cId="762330984" sldId="277"/>
        </pc:sldMkLst>
        <pc:spChg chg="add mod">
          <ac:chgData name="singavarapu jhansi" userId="2f5cf05ebd13dada" providerId="LiveId" clId="{71A39D93-BF2E-489D-8B99-D9C93D7E95A3}" dt="2025-02-18T18:57:52.711" v="422" actId="1076"/>
          <ac:spMkLst>
            <pc:docMk/>
            <pc:sldMk cId="762330984" sldId="277"/>
            <ac:spMk id="3" creationId="{E2FD5D99-D456-66F6-A7A1-E80BDC11ABA1}"/>
          </ac:spMkLst>
        </pc:spChg>
        <pc:spChg chg="mod">
          <ac:chgData name="singavarapu jhansi" userId="2f5cf05ebd13dada" providerId="LiveId" clId="{71A39D93-BF2E-489D-8B99-D9C93D7E95A3}" dt="2025-02-18T18:54:07.520" v="377" actId="1076"/>
          <ac:spMkLst>
            <pc:docMk/>
            <pc:sldMk cId="762330984" sldId="277"/>
            <ac:spMk id="4" creationId="{2667F8B2-6C67-9F16-2F74-4055A357D8A7}"/>
          </ac:spMkLst>
        </pc:spChg>
      </pc:sldChg>
    </pc:docChg>
  </pc:docChgLst>
  <pc:docChgLst>
    <pc:chgData name="KAVYA SAKHI KODALI" userId="9578627693b3ad78" providerId="LiveId" clId="{AFB82CFC-C4A7-47A8-814B-84950AFDC278}"/>
    <pc:docChg chg="undo custSel modSld">
      <pc:chgData name="KAVYA SAKHI KODALI" userId="9578627693b3ad78" providerId="LiveId" clId="{AFB82CFC-C4A7-47A8-814B-84950AFDC278}" dt="2025-02-18T06:58:14.899" v="123" actId="1076"/>
      <pc:docMkLst>
        <pc:docMk/>
      </pc:docMkLst>
      <pc:sldChg chg="modSp mod">
        <pc:chgData name="KAVYA SAKHI KODALI" userId="9578627693b3ad78" providerId="LiveId" clId="{AFB82CFC-C4A7-47A8-814B-84950AFDC278}" dt="2025-02-18T06:55:16.728" v="120" actId="207"/>
        <pc:sldMkLst>
          <pc:docMk/>
          <pc:sldMk cId="0" sldId="256"/>
        </pc:sldMkLst>
        <pc:spChg chg="mod">
          <ac:chgData name="KAVYA SAKHI KODALI" userId="9578627693b3ad78" providerId="LiveId" clId="{AFB82CFC-C4A7-47A8-814B-84950AFDC278}" dt="2025-02-18T06:51:31.379" v="4" actId="255"/>
          <ac:spMkLst>
            <pc:docMk/>
            <pc:sldMk cId="0" sldId="256"/>
            <ac:spMk id="1048587" creationId="{00000000-0000-0000-0000-000000000000}"/>
          </ac:spMkLst>
        </pc:spChg>
        <pc:spChg chg="mod">
          <ac:chgData name="KAVYA SAKHI KODALI" userId="9578627693b3ad78" providerId="LiveId" clId="{AFB82CFC-C4A7-47A8-814B-84950AFDC278}" dt="2025-02-18T06:52:44.677" v="85" actId="20577"/>
          <ac:spMkLst>
            <pc:docMk/>
            <pc:sldMk cId="0" sldId="256"/>
            <ac:spMk id="1048588" creationId="{00000000-0000-0000-0000-000000000000}"/>
          </ac:spMkLst>
        </pc:spChg>
        <pc:spChg chg="mod">
          <ac:chgData name="KAVYA SAKHI KODALI" userId="9578627693b3ad78" providerId="LiveId" clId="{AFB82CFC-C4A7-47A8-814B-84950AFDC278}" dt="2025-02-18T06:55:16.728" v="120" actId="207"/>
          <ac:spMkLst>
            <pc:docMk/>
            <pc:sldMk cId="0" sldId="256"/>
            <ac:spMk id="1048590" creationId="{00000000-0000-0000-0000-000000000000}"/>
          </ac:spMkLst>
        </pc:spChg>
      </pc:sldChg>
      <pc:sldChg chg="modSp mod">
        <pc:chgData name="KAVYA SAKHI KODALI" userId="9578627693b3ad78" providerId="LiveId" clId="{AFB82CFC-C4A7-47A8-814B-84950AFDC278}" dt="2025-02-18T06:58:14.899" v="123" actId="1076"/>
        <pc:sldMkLst>
          <pc:docMk/>
          <pc:sldMk cId="0" sldId="257"/>
        </pc:sldMkLst>
        <pc:spChg chg="mod">
          <ac:chgData name="KAVYA SAKHI KODALI" userId="9578627693b3ad78" providerId="LiveId" clId="{AFB82CFC-C4A7-47A8-814B-84950AFDC278}" dt="2025-02-18T06:58:14.899" v="123" actId="1076"/>
          <ac:spMkLst>
            <pc:docMk/>
            <pc:sldMk cId="0" sldId="257"/>
            <ac:spMk id="3" creationId="{9368D1A8-A519-5053-F2C1-F5AFA988EC4C}"/>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18:23:06.785"/>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18:23:44.230"/>
    </inkml:context>
    <inkml:brush xml:id="br0">
      <inkml:brushProperty name="width" value="0.35" units="cm"/>
      <inkml:brushProperty name="height" value="0.35" units="cm"/>
      <inkml:brushProperty name="color" value="#FFFFFF"/>
    </inkml:brush>
  </inkml:definitions>
  <inkml:trace contextRef="#ctx0" brushRef="#br0">545 5798 24575,'14'194'0,"-1"-61"0,-12-118 0,0-18 0,-1-27 0,0 18 0,-1-695 0,-27 1999 0,20-1004 0,-13 214 0,100-1299 0,-2 30 0,-73 720 0,-2 7 0,12-56 0,-11 90 0,-1 11 0,0 22 0,1 682 0,-5-398 0,2-296 0,1-14 0,0-12 0,11-161 0,0-22 0,8-77-164,200-2185-2274,-217 2427 2417,-2 25 7,-1 6 8,-6 46 210,-39 267 1531,-129 814-1094,152-1012-578,23-273-63,33-1414-1261,-23 1175 1114,-8 318 147,-67 940 944,14-325-480,49-506-464,1-32 0,0 0 0,0 0 0,1 0 0,-1 0 0,0 0 0,0 0 0,0 0 0,0 0 0,0 0 0,0 0 0,0 0 0,0 0 0,0 0 0,1 0 0,-1 0 0,0 0 0,0 0 0,0 0 0,0 0 0,0 0 0,0 0 0,0 0 0,0 0 0,0 0 0,0 0 0,0 0 0,0 0 0,1 0 0,-1 0 0,0 1 0,0-1 0,0 0 0,0 0 0,0 0 0,0 0 0,11-53 0,49-353 0,10-506 0,-71 855 0,1 57 0,0 0 0,0 0 0,0 0 0,0 0 0,-1 0 0,1 1 0,0-1 0,0 0 0,0 0 0,0 0 0,0 0 0,-1 0 0,1 0 0,0 0 0,0 0 0,0 0 0,0 0 0,-1 0 0,1 1 0,0-1 0,0 0 0,0 0 0,0 0 0,-1 0 0,1 0 0,0 0 0,0 0 0,0-1 0,0 1 0,-1 0 0,1 0 0,0 0 0,0 0 0,0 0 0,0 0 0,-1 0 0,1 0 0,0 0 0,0 0 0,0 0 0,0-1 0,0 1 0,-1 0 0,1 0 0,0 0 0,0 0 0,-23 92 0,18-69 0,-74 377 0,-34 514 0,110-882 0,3-43 0,2-61 0,101-1073-1607,-96 1085 1558,47-377-264,12-118 138,-64 535 241,-2 31 123,-4 39 505,-46 423-48,-18 301-97,67-754-549,1-18 0,0-5 0,1-41 0,71-1126-1510,-2 60 125,-68 1047 1385,2-4 0,-3 0 0,-10-100 0,4 150 217,0 23 306,-3 35 694,-53 732-988,45 6-478,15-250 249,1-528 0,0 30 0,-4-58 0,-11-220 0,12 185 0,-45-2203-1893,48 2247 1852,1 48 246,54 1935 1434,-52-1937-1355,-3-75 262,13-2165-2253,-14 2189 2062,-1 49 336,0 1-300,-52 1333 97,55-1337-488,-4 36 0,3-59 0,0 0 0,0 1 0,1-1 0,-1 0 0,0 0 0,0 1 0,0-1 0,0 0 0,0 0 0,0 1 0,-1-1 0,1 0 0,0 0 0,0 1 0,0-1 0,0 0 0,0 0 0,0 0 0,0 1 0,0-1 0,-1 0 0,1 0 0,0 0 0,0 1 0,0-1 0,0 0 0,-1 0 0,1 0 0,0 0 0,0 1 0,0-1 0,-1 0 0,1 0 0,0 0 0,0 0 0,0 0 0,-1 0 0,1 0 0,0 0 0,0 0 0,-1 0 0,1 0 0,0 0 0,0 0 0,-1 0 0,1 0 0,0 0 0,-1 0 0,-10-13 0,-9-27 0,-90-263 0,9 22 0,77 222 0,-4 1 0,-54-86 0,77 135 0,-1 1 0,-1-1 0,1 1 0,-1 0 0,-1 1 0,0 0 0,0 0 0,-13-9 0,17 14 0,1 1 0,-1-1 0,1 1 0,-1-1 0,1 1 0,-1 0 0,0 1 0,0-1 0,1 0 0,-1 1 0,0 0 0,0 0 0,0 0 0,0 1 0,1-1 0,-1 1 0,0 0 0,1 0 0,-1 0 0,0 0 0,1 1 0,-1 0 0,1-1 0,0 1 0,0 0 0,-4 3 0,4-3 0,1 0 0,-1 0 0,1 1 0,-1-1 0,1 1 0,0-1 0,-1 1 0,-1 4 0,4-7 0,0 1 0,-1-1 0,1 1 0,0 0 0,0-1 0,0 1 0,0 0 0,0-1 0,0 1 0,0 0 0,0-1 0,0 1 0,0 0 0,0-1 0,0 1 0,0 0 0,1-1 0,-1 1 0,0-1 0,0 1 0,1 0 0,-1-1 0,0 1 0,1-1 0,-1 1 0,1-1 0,-1 1 0,1-1 0,-1 1 0,1-1 0,-1 0 0,1 1 0,-1-1 0,1 1 0,-1-1 0,1 0 0,0 0 0,-1 1 0,1-1 0,0 0 0,-1 0 0,1 0 0,0 0 0,-1 0 0,1 0 0,0 0 0,-1 0 0,2 0 0,8 1 0,0 0 0,0 0 0,0-1 0,0-1 0,0 0 0,0 0 0,0-1 0,14-4 0,78-30 0,-99 35 0,130-57 0,179-105 0,-304 158 0,-12 5 0,-20 11 0,-209 118 0,-178 89 0,405-216 0,-69 31 0,67-30 0,9-4 0,40-20 0,526-303 0,-486 275 0,577-365 0,-631 395 0,-27 19 0,1 0 0,-1 0 0,0 0 0,0-1 0,0 1 0,0 0 0,0 0 0,0 0 0,1-1 0,-1 1 0,0 0 0,0 0 0,0 0 0,0-1 0,0 1 0,0 0 0,0 0 0,0 0 0,0-1 0,0 1 0,0 0 0,0 0 0,0-1 0,0 1 0,0 0 0,0 0 0,0 0 0,0-1 0,-1 1 0,1 0 0,0 0 0,0 0 0,0-1 0,0 1 0,0 0 0,0 0 0,-1 0 0,1 0 0,0 0 0,0-1 0,0 1 0,0 0 0,-1 0 0,1 0 0,0 0 0,0 0 0,0 0 0,-1 0 0,1 0 0,0-1 0,0 1 0,-1 0 0,1 0 0,0 0 0,0 0 0,0 0 0,-1 0 0,1 0 0,0 0 0,0 1 0,-1-1 0,1 0 0,0 0 0,0 0 0,0 0 0,-1 0 0,1 0 0,-15 1 0,0 0 0,0 1 0,0 1 0,-23 6 0,20-4 0,-93 26 0,-128 56 0,-101 62 0,228-95 0,97-42 0,31-14 0,37-18-156,-1-2-1,89-54 1,-105 56-740,46-26-5930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18:23:49.764"/>
    </inkml:context>
    <inkml:brush xml:id="br0">
      <inkml:brushProperty name="width" value="0.35" units="cm"/>
      <inkml:brushProperty name="height" value="0.35" units="cm"/>
      <inkml:brushProperty name="color" value="#FFFFFF"/>
    </inkml:brush>
  </inkml:definitions>
  <inkml:trace contextRef="#ctx0" brushRef="#br0">0 858 24575,'0'-857'0,"11"1025"0,-2-42 0,43 653 0,-73-1163 0,9 203 0,-12-116 0,28 458 0,71 702 0,-55-674 0,-6-65 0,16 211 0,-23-405-1365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18:23:02.981"/>
    </inkml:context>
    <inkml:brush xml:id="br0">
      <inkml:brushProperty name="width" value="0.35" units="cm"/>
      <inkml:brushProperty name="height" value="0.35" units="cm"/>
      <inkml:brushProperty name="color" value="#FFFFFF"/>
    </inkml:brush>
  </inkml:definitions>
  <inkml:trace contextRef="#ctx0" brushRef="#br0">28 2840 24575,'0'-40'0,"6"-46"0,-1 36 0,18-156 0,64-482-802,14-113-972,-36 0 944,-63 755 1027,1 16 48,-5-57-1,0 82-244,-2 15 0,-48 255 1344,20 15-721,28-245-693,-82 1047-1258,42-468 775,34-494 587,-23 389 584,38-1753 513,-5 800-1179,0 646 48,0 2628-1149,-8-2965 1908,6 114-550,-27-441 796,17 155-3084,8 138-3888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18:24:12.241"/>
    </inkml:context>
    <inkml:brush xml:id="br0">
      <inkml:brushProperty name="width" value="0.35" units="cm"/>
      <inkml:brushProperty name="height" value="0.35" units="cm"/>
      <inkml:brushProperty name="color" value="#FFFFFF"/>
    </inkml:brush>
  </inkml:definitions>
  <inkml:trace contextRef="#ctx0" brushRef="#br0">447 2715 24575,'-1'66'0,"6"160"0,-2-186 0,2 0 0,2-1 0,18 62 0,-23-94 0,0 1 0,1-1 0,0 1 0,0-1 0,1 0 0,0 0 0,0-1 0,7 10 0,-10-15 0,-1-1 0,0 0 0,1 0 0,-1 0 0,0 1 0,1-1 0,-1 0 0,0 0 0,1 0 0,-1 0 0,0 0 0,1 0 0,-1 1 0,0-1 0,1 0 0,-1 0 0,1 0 0,-1 0 0,0 0 0,1-1 0,-1 1 0,0 0 0,1 0 0,-1 0 0,0 0 0,1 0 0,-1 0 0,0-1 0,1 1 0,-1 0 0,0 0 0,1 0 0,-1-1 0,0 1 0,0 0 0,1 0 0,-1-1 0,0 1 0,0 0 0,1-1 0,-1 1 0,0 0 0,0-1 0,0 1 0,0 0 0,1-1 0,2-8 0,-1 0 0,0 0 0,0 0 0,0 0 0,-1 0 0,-1-1 0,0 1 0,0 0 0,-2-11 0,2 10 0,-7-82 0,-5 0 0,-3 1 0,-28-90 0,30 140 0,13 40 0,0 1 0,0-1 0,0 1 0,0-1 0,0 1 0,0-1 0,0 1 0,0 0 0,-1-1 0,1 1 0,0-1 0,0 1 0,0 0 0,-1-1 0,1 1 0,0 0 0,0-1 0,-1 1 0,1 0 0,0-1 0,0 1 0,-1 0 0,1-1 0,-1 1 0,1 0 0,0 0 0,-1 0 0,1-1 0,0 1 0,-1 0 0,1 0 0,-1 0 0,0 0 0,0 17 0,6 33 0,3 1 0,1-1 0,3-1 0,2 0 0,24 56 0,-29-87 0,-9-18 0,0 0 0,0 0 0,0 0 0,0 0 0,-1 0 0,1 0 0,0 0 0,0 0 0,0 0 0,0 0 0,0-1 0,0 1 0,0 0 0,0 0 0,0 0 0,0 0 0,0 0 0,0 0 0,0 0 0,0 0 0,0 0 0,0-1 0,0 1 0,0 0 0,0 0 0,0 0 0,0 0 0,0 0 0,0 0 0,0 0 0,0 0 0,1 0 0,-1 0 0,0-1 0,0 1 0,0 0 0,0 0 0,0 0 0,0 0 0,0 0 0,0 0 0,0 0 0,0 0 0,0 0 0,0 0 0,1 0 0,-1 0 0,0 0 0,0 0 0,0 0 0,0 0 0,0 0 0,0 0 0,0 0 0,0 0 0,0 0 0,1 0 0,-1 0 0,0 0 0,0 0 0,0 0 0,0 0 0,0 0 0,0 0 0,0 0 0,0 0 0,-4-37 0,-71-297 0,17 70 0,-22-74 0,-24-135 0,98 451 0,6 22 0,0 0 0,0 0 0,0 0 0,1 0 0,-1 0 0,0 0 0,0 0 0,0 0 0,0 1 0,0-1 0,0 0 0,0 0 0,0 0 0,0 0 0,0 0 0,0 0 0,0 0 0,0 0 0,0 1 0,0-1 0,0 0 0,0 0 0,0 0 0,0 0 0,0 0 0,0 0 0,-1 0 0,1 0 0,0 1 0,0-1 0,0 0 0,0 0 0,0 0 0,0 0 0,0 0 0,0 0 0,0 0 0,0 0 0,0 0 0,0 0 0,-1 0 0,1 0 0,0 0 0,0 0 0,0 0 0,0 0 0,0 1 0,0-1 0,0 0 0,0 0 0,-1 0 0,1 0 0,0 0 0,0 0 0,0 0 0,0 0 0,0-1 0,0 1 0,0 0 0,0 0 0,-1 0 0,1 0 0,0 0 0,-2 42 0,5 62 0,4-1 0,5-1 0,34 142 0,-36-210 0,-7-31 0,-1-10 0,-3-18 0,-104-564 0,52 336 0,42 197 0,-62-263 0,41 235 0,23 65 0,22 57 0,169 555 0,-171-553 0,2 10 0,-2-9 0,19 50 0,-31-126 0,-65-312 0,20 126 0,-107-529 0,146 717 0,6 33 0,1 0 0,0 0 0,0 0 0,0-1 0,0 1 0,-1 0 0,1 0 0,0-1 0,0 1 0,0 0 0,0 0 0,0-1 0,0 1 0,0 0 0,0-1 0,0 1 0,0 0 0,0 0 0,0-1 0,0 1 0,0 0 0,0 0 0,0-1 0,0 1 0,0 0 0,0-1 0,1 1 0,-1 0 0,0 0 0,0 0 0,0-1 0,0 1 0,0 0 0,1 0 0,-1-1 0,0 1 0,0 0 0,0 0 0,1 0 0,-1 0 0,0 0 0,0-1 0,1 1 0,-1 0 0,0 0 0,0 0 0,1 0 0,-1 0 0,0 0 0,1 0 0,-1 0 0,0 0 0,1 0 0,11 11 0,8 24 0,-1 0 0,-2 1 0,19 60 0,-28-75 0,117 292 0,-124-311 0,-1-1 0,1 1 0,-1-1 0,1 1 0,0 0 0,0-1 0,0 1 0,-1-1 0,1 0 0,1 1 0,-1-1 0,0 0 0,0 1 0,0-1 0,1 0 0,-1 0 0,0 0 0,1 0 0,1 0 0,4-10 0,-2-16 0,-4-36 0,-3 1 0,-2 0 0,-18-88 0,5 41 0,-26-302 0,42 383 0,1 26 0,0 1 0,0-1 0,0 0 0,0 0 0,0 0 0,0 0 0,1 0 0,-1 0 0,0 0 0,0 0 0,0 0 0,0 0 0,0 0 0,0 0 0,0 0 0,0 0 0,0 0 0,1 0 0,-1 0 0,0 0 0,0 0 0,0-1 0,0 1 0,0 0 0,0 0 0,0 0 0,0 0 0,0 0 0,0 0 0,0 0 0,0 0 0,1 0 0,-1 0 0,0 0 0,0 0 0,0 0 0,0-1 0,0 1 0,0 0 0,0 0 0,0 0 0,0 0 0,0 0 0,0 0 0,0 0 0,0 0 0,0 0 0,0 0 0,0-1 0,0 1 0,0 0 0,0 0 0,0 0 0,0 0 0,0 0 0,0 0 0,0 0 0,0 0 0,11 34 0,57 217-1365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18:24:23.30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18T18:24:43.739"/>
    </inkml:context>
    <inkml:brush xml:id="br0">
      <inkml:brushProperty name="width" value="0.35" units="cm"/>
      <inkml:brushProperty name="height" value="0.35" units="cm"/>
      <inkml:brushProperty name="color" value="#FFFFFF"/>
    </inkml:brush>
  </inkml:definitions>
  <inkml:trace contextRef="#ctx0" brushRef="#br0">6 3443 24575,'0'851'0,"0"-835"0,0 7 0,1 0 0,4 29 0,-1-44 0,1-15 0,3-28 0,44-608-1,-42 434-111,21-577-455,-26 727 567,1 36 0,-4 26 0,1 11 0,24 266 680,-26-257-680,-1-23 0,0 0 0,0 0 0,0 0 0,0 0 0,-1 0 0,1 0 0,0 0 0,0 0 0,0 0 0,0 0 0,0 0 0,0 0 0,0 0 0,0 0 0,0 0 0,0 0 0,0 0 0,0 0 0,0 0 0,0 0 0,0 1 0,0-1 0,-1 0 0,-7-45 0,-102-766-554,64-14 0,47 796 554,0 53 0,3 436 908,-3-291-708,-2-955-200,1 769 0,-1 14 0,1-1 0,0 1 0,0 0 0,0-1 0,0 1 0,0 0 0,0 0 0,1-1 0,0 1 0,0 0 0,0 0 0,2-5 0,-3 8 0,0 0 0,1 1 0,-1-1 0,0 0 0,1 0 0,-1 0 0,0 0 0,1 0 0,-1 0 0,0 1 0,1-1 0,-1 0 0,0 0 0,1 1 0,-1-1 0,0 0 0,0 0 0,1 1 0,-1-1 0,0 0 0,0 1 0,0-1 0,1 0 0,-1 1 0,0-1 0,0 0 0,0 1 0,0-1 0,0 0 0,0 1 0,0-1 0,0 0 0,0 1 0,0 0 0,5 16 0,0 6 0,2 40 0,-5-424 0,-4 176 0,2-450-1365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62"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63"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6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65"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6"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67"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155874660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09"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10"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11" name="Date Placeholder 3"/>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12" name="Footer Placeholder 4"/>
          <p:cNvSpPr>
            <a:spLocks noGrp="1"/>
          </p:cNvSpPr>
          <p:nvPr>
            <p:ph type="ftr" sz="quarter" idx="11"/>
          </p:nvPr>
        </p:nvSpPr>
        <p:spPr/>
        <p:txBody>
          <a:bodyPr/>
          <a:lstStyle/>
          <a:p>
            <a:endParaRPr lang="en-IN"/>
          </a:p>
        </p:txBody>
      </p:sp>
      <p:sp>
        <p:nvSpPr>
          <p:cNvPr id="104861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IN"/>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83" name="Date Placeholder 3"/>
          <p:cNvSpPr>
            <a:spLocks noGrp="1"/>
          </p:cNvSpPr>
          <p:nvPr>
            <p:ph type="dt" sz="half" idx="10"/>
          </p:nvPr>
        </p:nvSpPr>
        <p:spPr/>
        <p:txBody>
          <a:bodyPr/>
          <a:lstStyle/>
          <a:p>
            <a:fld id="{4A27E7D1-18E9-4FCA-A891-5E948E9F1D17}" type="datetimeFigureOut">
              <a:rPr lang="en-IN" smtClean="0"/>
              <a:t>18-02-2025</a:t>
            </a:fld>
            <a:endParaRPr lang="en-IN"/>
          </a:p>
        </p:txBody>
      </p:sp>
      <p:sp>
        <p:nvSpPr>
          <p:cNvPr id="1048584" name="Footer Placeholder 4"/>
          <p:cNvSpPr>
            <a:spLocks noGrp="1"/>
          </p:cNvSpPr>
          <p:nvPr>
            <p:ph type="ftr" sz="quarter" idx="11"/>
          </p:nvPr>
        </p:nvSpPr>
        <p:spPr/>
        <p:txBody>
          <a:bodyPr/>
          <a:lstStyle/>
          <a:p>
            <a:endParaRPr lang="en-IN"/>
          </a:p>
        </p:txBody>
      </p:sp>
      <p:sp>
        <p:nvSpPr>
          <p:cNvPr id="1048585"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34"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635"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36" name="Date Placeholder 3"/>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37" name="Footer Placeholder 4"/>
          <p:cNvSpPr>
            <a:spLocks noGrp="1"/>
          </p:cNvSpPr>
          <p:nvPr>
            <p:ph type="ftr" sz="quarter" idx="11"/>
          </p:nvPr>
        </p:nvSpPr>
        <p:spPr/>
        <p:txBody>
          <a:bodyPr/>
          <a:lstStyle/>
          <a:p>
            <a:endParaRPr lang="en-IN"/>
          </a:p>
        </p:txBody>
      </p:sp>
      <p:sp>
        <p:nvSpPr>
          <p:cNvPr id="1048638"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US"/>
              <a:t>Click to edit Master title style</a:t>
            </a:r>
            <a:endParaRPr lang="en-IN"/>
          </a:p>
        </p:txBody>
      </p:sp>
      <p:sp>
        <p:nvSpPr>
          <p:cNvPr id="1048640"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1"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2" name="Date Placeholder 4"/>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43" name="Footer Placeholder 5"/>
          <p:cNvSpPr>
            <a:spLocks noGrp="1"/>
          </p:cNvSpPr>
          <p:nvPr>
            <p:ph type="ftr" sz="quarter" idx="11"/>
          </p:nvPr>
        </p:nvSpPr>
        <p:spPr/>
        <p:txBody>
          <a:bodyPr/>
          <a:lstStyle/>
          <a:p>
            <a:endParaRPr lang="en-IN"/>
          </a:p>
        </p:txBody>
      </p:sp>
      <p:sp>
        <p:nvSpPr>
          <p:cNvPr id="1048644"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45"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46"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7"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8"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49"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0" name="Date Placeholder 6"/>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51" name="Footer Placeholder 7"/>
          <p:cNvSpPr>
            <a:spLocks noGrp="1"/>
          </p:cNvSpPr>
          <p:nvPr>
            <p:ph type="ftr" sz="quarter" idx="11"/>
          </p:nvPr>
        </p:nvSpPr>
        <p:spPr/>
        <p:txBody>
          <a:bodyPr/>
          <a:lstStyle/>
          <a:p>
            <a:endParaRPr lang="en-IN"/>
          </a:p>
        </p:txBody>
      </p:sp>
      <p:sp>
        <p:nvSpPr>
          <p:cNvPr id="1048652" name="Slide Number Placeholder 8"/>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a:t>Click to edit Master title style</a:t>
            </a:r>
            <a:endParaRPr lang="en-IN"/>
          </a:p>
        </p:txBody>
      </p:sp>
      <p:sp>
        <p:nvSpPr>
          <p:cNvPr id="1048615" name="Date Placeholder 2"/>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16" name="Footer Placeholder 3"/>
          <p:cNvSpPr>
            <a:spLocks noGrp="1"/>
          </p:cNvSpPr>
          <p:nvPr>
            <p:ph type="ftr" sz="quarter" idx="11"/>
          </p:nvPr>
        </p:nvSpPr>
        <p:spPr/>
        <p:txBody>
          <a:bodyPr/>
          <a:lstStyle/>
          <a:p>
            <a:endParaRPr lang="en-IN"/>
          </a:p>
        </p:txBody>
      </p:sp>
      <p:sp>
        <p:nvSpPr>
          <p:cNvPr id="1048617" name="Slide Number Placeholder 4"/>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53" name="Date Placeholder 1"/>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54" name="Footer Placeholder 2"/>
          <p:cNvSpPr>
            <a:spLocks noGrp="1"/>
          </p:cNvSpPr>
          <p:nvPr>
            <p:ph type="ftr" sz="quarter" idx="11"/>
          </p:nvPr>
        </p:nvSpPr>
        <p:spPr/>
        <p:txBody>
          <a:bodyPr/>
          <a:lstStyle/>
          <a:p>
            <a:endParaRPr lang="en-IN"/>
          </a:p>
        </p:txBody>
      </p:sp>
      <p:sp>
        <p:nvSpPr>
          <p:cNvPr id="1048655" name="Slide Number Placeholder 3"/>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5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57"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9" name="Date Placeholder 4"/>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60" name="Footer Placeholder 5"/>
          <p:cNvSpPr>
            <a:spLocks noGrp="1"/>
          </p:cNvSpPr>
          <p:nvPr>
            <p:ph type="ftr" sz="quarter" idx="11"/>
          </p:nvPr>
        </p:nvSpPr>
        <p:spPr/>
        <p:txBody>
          <a:bodyPr/>
          <a:lstStyle/>
          <a:p>
            <a:endParaRPr lang="en-IN"/>
          </a:p>
        </p:txBody>
      </p:sp>
      <p:sp>
        <p:nvSpPr>
          <p:cNvPr id="1048661"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24"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2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26" name="Date Placeholder 4"/>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27" name="Footer Placeholder 5"/>
          <p:cNvSpPr>
            <a:spLocks noGrp="1"/>
          </p:cNvSpPr>
          <p:nvPr>
            <p:ph type="ftr" sz="quarter" idx="11"/>
          </p:nvPr>
        </p:nvSpPr>
        <p:spPr/>
        <p:txBody>
          <a:bodyPr/>
          <a:lstStyle/>
          <a:p>
            <a:endParaRPr lang="en-IN"/>
          </a:p>
        </p:txBody>
      </p:sp>
      <p:sp>
        <p:nvSpPr>
          <p:cNvPr id="1048628" name="Slide Number Placeholder 6"/>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r>
              <a:rPr lang="en-US"/>
              <a:t>Click to edit Master title style</a:t>
            </a:r>
            <a:endParaRPr lang="en-IN"/>
          </a:p>
        </p:txBody>
      </p:sp>
      <p:sp>
        <p:nvSpPr>
          <p:cNvPr id="104863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31" name="Date Placeholder 3"/>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32" name="Footer Placeholder 4"/>
          <p:cNvSpPr>
            <a:spLocks noGrp="1"/>
          </p:cNvSpPr>
          <p:nvPr>
            <p:ph type="ftr" sz="quarter" idx="11"/>
          </p:nvPr>
        </p:nvSpPr>
        <p:spPr/>
        <p:txBody>
          <a:bodyPr/>
          <a:lstStyle/>
          <a:p>
            <a:endParaRPr lang="en-IN"/>
          </a:p>
        </p:txBody>
      </p:sp>
      <p:sp>
        <p:nvSpPr>
          <p:cNvPr id="1048633"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18"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19"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20" name="Date Placeholder 3"/>
          <p:cNvSpPr>
            <a:spLocks noGrp="1"/>
          </p:cNvSpPr>
          <p:nvPr>
            <p:ph type="dt" sz="half" idx="10"/>
          </p:nvPr>
        </p:nvSpPr>
        <p:spPr/>
        <p:txBody>
          <a:bodyPr/>
          <a:lstStyle/>
          <a:p>
            <a:fld id="{4A27E7D1-18E9-4FCA-A891-5E948E9F1D17}" type="datetimeFigureOut">
              <a:rPr lang="en-IN" smtClean="0"/>
              <a:t>18-02-2025</a:t>
            </a:fld>
            <a:endParaRPr lang="en-IN"/>
          </a:p>
        </p:txBody>
      </p:sp>
      <p:sp>
        <p:nvSpPr>
          <p:cNvPr id="1048621" name="Footer Placeholder 4"/>
          <p:cNvSpPr>
            <a:spLocks noGrp="1"/>
          </p:cNvSpPr>
          <p:nvPr>
            <p:ph type="ftr" sz="quarter" idx="11"/>
          </p:nvPr>
        </p:nvSpPr>
        <p:spPr/>
        <p:txBody>
          <a:bodyPr/>
          <a:lstStyle/>
          <a:p>
            <a:endParaRPr lang="en-IN"/>
          </a:p>
        </p:txBody>
      </p:sp>
      <p:sp>
        <p:nvSpPr>
          <p:cNvPr id="1048622" name="Slide Number Placeholder 5"/>
          <p:cNvSpPr>
            <a:spLocks noGrp="1"/>
          </p:cNvSpPr>
          <p:nvPr>
            <p:ph type="sldNum" sz="quarter" idx="12"/>
          </p:nvPr>
        </p:nvSpPr>
        <p:spPr/>
        <p:txBody>
          <a:bodyPr/>
          <a:lstStyle/>
          <a:p>
            <a:fld id="{2A024382-CAFE-4BC1-8D04-999FB0D8C64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27E7D1-18E9-4FCA-A891-5E948E9F1D17}" type="datetimeFigureOut">
              <a:rPr lang="en-IN" smtClean="0"/>
              <a:t>18-02-2025</a:t>
            </a:fld>
            <a:endParaRPr lang="en-IN"/>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24382-CAFE-4BC1-8D04-999FB0D8C64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8.png"/><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customXml" Target="../ink/ink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87" name="object 3"/>
          <p:cNvSpPr txBox="1">
            <a:spLocks noGrp="1"/>
          </p:cNvSpPr>
          <p:nvPr>
            <p:ph type="title"/>
          </p:nvPr>
        </p:nvSpPr>
        <p:spPr>
          <a:xfrm>
            <a:off x="1048808" y="222470"/>
            <a:ext cx="10091077" cy="1508618"/>
          </a:xfrm>
          <a:prstGeom prst="rect">
            <a:avLst/>
          </a:prstGeom>
        </p:spPr>
        <p:txBody>
          <a:bodyPr vert="horz" wrap="square" lIns="0" tIns="12700" rIns="0" bIns="0" rtlCol="0">
            <a:spAutoFit/>
          </a:bodyPr>
          <a:lstStyle/>
          <a:p>
            <a:pPr algn="ctr"/>
            <a:r>
              <a:rPr lang="en-IN" sz="3600" b="1" dirty="0">
                <a:solidFill>
                  <a:srgbClr val="FF0000"/>
                </a:solidFill>
                <a:effectLst/>
                <a:latin typeface="Times New Roman" panose="02020603050405020304" pitchFamily="18" charset="0"/>
                <a:ea typeface="Times New Roman" panose="02020603050405020304" pitchFamily="18" charset="0"/>
              </a:rPr>
              <a:t>Design and Implementation of Smart Car Seat Belt Accident Detection and Emergency Services in Smart City Environment</a:t>
            </a:r>
            <a:endParaRPr lang="en-IN" sz="3600" dirty="0">
              <a:solidFill>
                <a:srgbClr val="FF0000"/>
              </a:solidFill>
              <a:effectLst/>
              <a:latin typeface="Times New Roman" panose="02020603050405020304" pitchFamily="18" charset="0"/>
              <a:ea typeface="Times New Roman" panose="02020603050405020304" pitchFamily="18" charset="0"/>
            </a:endParaRPr>
          </a:p>
        </p:txBody>
      </p:sp>
      <p:sp>
        <p:nvSpPr>
          <p:cNvPr id="1048588" name="object 5"/>
          <p:cNvSpPr txBox="1"/>
          <p:nvPr/>
        </p:nvSpPr>
        <p:spPr>
          <a:xfrm>
            <a:off x="3831026" y="2496264"/>
            <a:ext cx="4825221" cy="1081322"/>
          </a:xfrm>
          <a:prstGeom prst="rect">
            <a:avLst/>
          </a:prstGeom>
        </p:spPr>
        <p:txBody>
          <a:bodyPr vert="horz" wrap="square" lIns="0" tIns="12700" rIns="0" bIns="0" rtlCol="0">
            <a:spAutoFit/>
          </a:bodyPr>
          <a:lstStyle/>
          <a:p>
            <a:pPr marL="100965">
              <a:lnSpc>
                <a:spcPct val="150000"/>
              </a:lnSpc>
            </a:pPr>
            <a:r>
              <a:rPr lang="en-IN" sz="1600" b="1" spc="-10" dirty="0">
                <a:cs typeface="Times New Roman"/>
              </a:rPr>
              <a:t>2111CS050024		</a:t>
            </a:r>
            <a:r>
              <a:rPr lang="en-IN" sz="1600" b="1" spc="-10" dirty="0">
                <a:latin typeface="Times New Roman" panose="02020603050405020304" pitchFamily="18" charset="0"/>
                <a:cs typeface="Times New Roman" panose="02020603050405020304" pitchFamily="18" charset="0"/>
              </a:rPr>
              <a:t>S. Jhansi</a:t>
            </a:r>
          </a:p>
          <a:p>
            <a:pPr marL="100965">
              <a:lnSpc>
                <a:spcPct val="150000"/>
              </a:lnSpc>
            </a:pPr>
            <a:r>
              <a:rPr lang="en-IN" sz="1600" b="1" spc="-5" dirty="0">
                <a:latin typeface="Times New Roman" panose="02020603050405020304" pitchFamily="18" charset="0"/>
                <a:cs typeface="Times New Roman" panose="02020603050405020304" pitchFamily="18" charset="0"/>
              </a:rPr>
              <a:t>2111CS050031		M. Madhu</a:t>
            </a:r>
            <a:endParaRPr lang="fi-FI" sz="1600" dirty="0">
              <a:latin typeface="Times New Roman" panose="02020603050405020304" pitchFamily="18" charset="0"/>
              <a:cs typeface="Times New Roman" panose="02020603050405020304" pitchFamily="18" charset="0"/>
            </a:endParaRPr>
          </a:p>
          <a:p>
            <a:pPr marL="100965">
              <a:lnSpc>
                <a:spcPct val="150000"/>
              </a:lnSpc>
            </a:pPr>
            <a:r>
              <a:rPr lang="fi-FI" sz="1600" b="1" spc="-5" dirty="0">
                <a:latin typeface="Times New Roman" panose="02020603050405020304" pitchFamily="18" charset="0"/>
                <a:cs typeface="Times New Roman" panose="02020603050405020304" pitchFamily="18" charset="0"/>
              </a:rPr>
              <a:t>2111CS050012		M. Aravind</a:t>
            </a:r>
            <a:endParaRPr lang="en-US" sz="1600" b="1" spc="-5" dirty="0">
              <a:latin typeface="+mj-lt"/>
              <a:cs typeface="Times New Roman"/>
            </a:endParaRPr>
          </a:p>
        </p:txBody>
      </p:sp>
      <p:sp>
        <p:nvSpPr>
          <p:cNvPr id="1048589" name="object 6"/>
          <p:cNvSpPr txBox="1"/>
          <p:nvPr/>
        </p:nvSpPr>
        <p:spPr>
          <a:xfrm>
            <a:off x="3623372" y="5088548"/>
            <a:ext cx="4941952" cy="1273937"/>
          </a:xfrm>
          <a:prstGeom prst="rect">
            <a:avLst/>
          </a:prstGeom>
        </p:spPr>
        <p:txBody>
          <a:bodyPr vert="horz" wrap="square" lIns="0" tIns="58419" rIns="0" bIns="0" rtlCol="0">
            <a:spAutoFit/>
          </a:bodyPr>
          <a:lstStyle/>
          <a:p>
            <a:pPr marL="12700" marR="5080" indent="-635" algn="ctr">
              <a:lnSpc>
                <a:spcPct val="104900"/>
              </a:lnSpc>
            </a:pPr>
            <a:r>
              <a:rPr lang="en-IN" b="1" spc="-5" dirty="0">
                <a:solidFill>
                  <a:srgbClr val="0004A1"/>
                </a:solidFill>
                <a:latin typeface="+mj-lt"/>
                <a:cs typeface="Perpetua"/>
              </a:rPr>
              <a:t>Department of Internet of Things </a:t>
            </a:r>
          </a:p>
          <a:p>
            <a:pPr marL="12700" marR="5080" indent="-635" algn="ctr">
              <a:lnSpc>
                <a:spcPct val="104900"/>
              </a:lnSpc>
            </a:pPr>
            <a:r>
              <a:rPr lang="en-IN" b="1" spc="-5" dirty="0">
                <a:solidFill>
                  <a:srgbClr val="0004A1"/>
                </a:solidFill>
                <a:latin typeface="+mj-lt"/>
                <a:cs typeface="Perpetua"/>
              </a:rPr>
              <a:t>School of Engineering</a:t>
            </a:r>
          </a:p>
          <a:p>
            <a:pPr marL="12700" marR="5080" indent="-635" algn="ctr">
              <a:lnSpc>
                <a:spcPct val="104900"/>
              </a:lnSpc>
            </a:pPr>
            <a:r>
              <a:rPr lang="en-IN" sz="2000" b="1" spc="-15" dirty="0">
                <a:solidFill>
                  <a:srgbClr val="0004A1"/>
                </a:solidFill>
                <a:latin typeface="+mj-lt"/>
                <a:cs typeface="Perpetua"/>
              </a:rPr>
              <a:t>Malla Reddy University</a:t>
            </a:r>
          </a:p>
          <a:p>
            <a:pPr marL="12700" marR="5080" indent="-635" algn="ctr">
              <a:lnSpc>
                <a:spcPct val="104900"/>
              </a:lnSpc>
            </a:pPr>
            <a:r>
              <a:rPr lang="en-IN" sz="2000" b="1" spc="-5" dirty="0">
                <a:solidFill>
                  <a:srgbClr val="0004A1"/>
                </a:solidFill>
                <a:latin typeface="+mj-lt"/>
                <a:cs typeface="Perpetua"/>
              </a:rPr>
              <a:t>Hyderabad, </a:t>
            </a:r>
            <a:r>
              <a:rPr lang="en-IN" sz="2000" b="1" spc="-70" dirty="0">
                <a:solidFill>
                  <a:srgbClr val="0004A1"/>
                </a:solidFill>
                <a:latin typeface="+mj-lt"/>
                <a:cs typeface="Perpetua"/>
              </a:rPr>
              <a:t>Telangana,</a:t>
            </a:r>
            <a:r>
              <a:rPr lang="en-IN" sz="2000" b="1" spc="-305" dirty="0">
                <a:solidFill>
                  <a:srgbClr val="0004A1"/>
                </a:solidFill>
                <a:latin typeface="+mj-lt"/>
                <a:cs typeface="Perpetua"/>
              </a:rPr>
              <a:t>  </a:t>
            </a:r>
            <a:r>
              <a:rPr lang="en-IN" sz="2000" b="1" spc="-5" dirty="0">
                <a:solidFill>
                  <a:srgbClr val="0004A1"/>
                </a:solidFill>
                <a:latin typeface="+mj-lt"/>
                <a:cs typeface="Perpetua"/>
              </a:rPr>
              <a:t>INDIA</a:t>
            </a:r>
            <a:endParaRPr lang="en-IN" sz="2000" dirty="0">
              <a:latin typeface="+mj-lt"/>
              <a:cs typeface="Perpetua"/>
            </a:endParaRPr>
          </a:p>
        </p:txBody>
      </p:sp>
      <p:pic>
        <p:nvPicPr>
          <p:cNvPr id="2097152" name="object 7"/>
          <p:cNvPicPr>
            <a:picLocks/>
          </p:cNvPicPr>
          <p:nvPr/>
        </p:nvPicPr>
        <p:blipFill>
          <a:blip r:embed="rId2" cstate="print"/>
          <a:stretch>
            <a:fillRect/>
          </a:stretch>
        </p:blipFill>
        <p:spPr>
          <a:xfrm>
            <a:off x="609600" y="4693422"/>
            <a:ext cx="1752600" cy="1680972"/>
          </a:xfrm>
          <a:prstGeom prst="rect">
            <a:avLst/>
          </a:prstGeom>
        </p:spPr>
      </p:pic>
      <p:sp>
        <p:nvSpPr>
          <p:cNvPr id="1048590" name="TextBox 7"/>
          <p:cNvSpPr txBox="1"/>
          <p:nvPr/>
        </p:nvSpPr>
        <p:spPr>
          <a:xfrm>
            <a:off x="3494262" y="3972712"/>
            <a:ext cx="4755324" cy="1041311"/>
          </a:xfrm>
          <a:prstGeom prst="rect">
            <a:avLst/>
          </a:prstGeom>
          <a:noFill/>
        </p:spPr>
        <p:txBody>
          <a:bodyPr wrap="square" rtlCol="0">
            <a:spAutoFit/>
          </a:bodyPr>
          <a:lstStyle/>
          <a:p>
            <a:pPr marL="12700" algn="ctr">
              <a:spcBef>
                <a:spcPts val="120"/>
              </a:spcBef>
            </a:pPr>
            <a:r>
              <a:rPr lang="en-IN" sz="2000" b="1" dirty="0">
                <a:latin typeface="+mj-lt"/>
                <a:cs typeface="Arial" panose="020B0604020202020204" pitchFamily="34" charset="0"/>
              </a:rPr>
              <a:t>Under </a:t>
            </a:r>
            <a:r>
              <a:rPr lang="en-IN" sz="2000" b="1" spc="-5" dirty="0">
                <a:latin typeface="+mj-lt"/>
                <a:cs typeface="Arial" panose="020B0604020202020204" pitchFamily="34" charset="0"/>
              </a:rPr>
              <a:t>the </a:t>
            </a:r>
            <a:r>
              <a:rPr lang="en-IN" sz="2000" b="1" dirty="0">
                <a:latin typeface="+mj-lt"/>
                <a:cs typeface="Arial" panose="020B0604020202020204" pitchFamily="34" charset="0"/>
              </a:rPr>
              <a:t>Guidance</a:t>
            </a:r>
            <a:r>
              <a:rPr lang="en-IN" sz="2000" b="1" spc="-105" dirty="0">
                <a:latin typeface="+mj-lt"/>
                <a:cs typeface="Arial" panose="020B0604020202020204" pitchFamily="34" charset="0"/>
              </a:rPr>
              <a:t> </a:t>
            </a:r>
            <a:r>
              <a:rPr lang="en-IN" sz="2000" b="1" dirty="0">
                <a:latin typeface="+mj-lt"/>
                <a:cs typeface="Arial" panose="020B0604020202020204" pitchFamily="34" charset="0"/>
              </a:rPr>
              <a:t>of</a:t>
            </a:r>
          </a:p>
          <a:p>
            <a:pPr marL="12700" algn="ctr">
              <a:spcBef>
                <a:spcPts val="120"/>
              </a:spcBef>
            </a:pPr>
            <a:r>
              <a:rPr lang="en-IN" sz="2000" b="1" dirty="0">
                <a:solidFill>
                  <a:srgbClr val="C00000"/>
                </a:solidFill>
                <a:effectLst/>
                <a:latin typeface="Calibri" panose="020F0502020204030204" pitchFamily="34" charset="0"/>
                <a:ea typeface="Calibri" panose="020F0502020204030204" pitchFamily="34" charset="0"/>
                <a:cs typeface="Gautami" panose="020B0502040204020203" pitchFamily="34" charset="0"/>
              </a:rPr>
              <a:t>Mrs. N. Shalini</a:t>
            </a:r>
          </a:p>
          <a:p>
            <a:pPr marL="12700" algn="ctr">
              <a:spcBef>
                <a:spcPts val="120"/>
              </a:spcBef>
            </a:pPr>
            <a:r>
              <a:rPr lang="en-IN" sz="2000" b="1" spc="-10" dirty="0">
                <a:solidFill>
                  <a:srgbClr val="C00000"/>
                </a:solidFill>
                <a:latin typeface="+mn-lt"/>
                <a:cs typeface="Calibri Light"/>
              </a:rPr>
              <a:t>Assistant</a:t>
            </a:r>
            <a:r>
              <a:rPr lang="en-IN" sz="2000" b="1" spc="-25" dirty="0">
                <a:solidFill>
                  <a:srgbClr val="C00000"/>
                </a:solidFill>
                <a:latin typeface="+mn-lt"/>
                <a:cs typeface="Calibri Light"/>
              </a:rPr>
              <a:t> </a:t>
            </a:r>
            <a:r>
              <a:rPr lang="en-IN" sz="2000" b="1" spc="-10" dirty="0">
                <a:solidFill>
                  <a:srgbClr val="C00000"/>
                </a:solidFill>
                <a:latin typeface="+mn-lt"/>
                <a:cs typeface="Calibri Light"/>
              </a:rPr>
              <a:t>Professor</a:t>
            </a:r>
            <a:endParaRPr lang="en-IN" sz="2000" b="1" spc="-40" dirty="0">
              <a:solidFill>
                <a:srgbClr val="FF0000"/>
              </a:solidFill>
              <a:latin typeface="Times New Roman" panose="02020603050405020304" pitchFamily="18" charset="0"/>
              <a:cs typeface="Times New Roman" panose="02020603050405020304" pitchFamily="18" charset="0"/>
            </a:endParaRPr>
          </a:p>
        </p:txBody>
      </p:sp>
      <p:sp>
        <p:nvSpPr>
          <p:cNvPr id="1048591" name="TextBox 8"/>
          <p:cNvSpPr txBox="1"/>
          <p:nvPr/>
        </p:nvSpPr>
        <p:spPr>
          <a:xfrm>
            <a:off x="5798791" y="2053599"/>
            <a:ext cx="444845" cy="369332"/>
          </a:xfrm>
          <a:prstGeom prst="rect">
            <a:avLst/>
          </a:prstGeom>
          <a:noFill/>
        </p:spPr>
        <p:txBody>
          <a:bodyPr wrap="square" rtlCol="0">
            <a:spAutoFit/>
          </a:bodyPr>
          <a:lstStyle/>
          <a:p>
            <a:r>
              <a:rPr lang="en-US" dirty="0"/>
              <a:t>By</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object 2"/>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1048593" name="Title 1"/>
          <p:cNvSpPr txBox="1"/>
          <p:nvPr/>
        </p:nvSpPr>
        <p:spPr>
          <a:xfrm>
            <a:off x="542898" y="665972"/>
            <a:ext cx="10515600" cy="7956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rgbClr val="002060"/>
                </a:solidFill>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368D1A8-A519-5053-F2C1-F5AFA988EC4C}"/>
              </a:ext>
            </a:extLst>
          </p:cNvPr>
          <p:cNvSpPr txBox="1"/>
          <p:nvPr/>
        </p:nvSpPr>
        <p:spPr>
          <a:xfrm>
            <a:off x="542898" y="1461627"/>
            <a:ext cx="11004604" cy="511531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Delays in emergency response after road accidents significantly contribute to high mortality rates worldwide, including in Saudi Arabia. This project aims to develop an IoT-based solution to address this issue by designing a smart seatbelt equipped with sensors to detect accidents and alert emergency </a:t>
            </a:r>
            <a:r>
              <a:rPr lang="en-US" sz="2000" dirty="0" err="1">
                <a:latin typeface="Times New Roman" panose="02020603050405020304" pitchFamily="18" charset="0"/>
                <a:cs typeface="Times New Roman" panose="02020603050405020304" pitchFamily="18" charset="0"/>
              </a:rPr>
              <a:t>services.The</a:t>
            </a:r>
            <a:r>
              <a:rPr lang="en-US" sz="2000" dirty="0">
                <a:latin typeface="Times New Roman" panose="02020603050405020304" pitchFamily="18" charset="0"/>
                <a:cs typeface="Times New Roman" panose="02020603050405020304" pitchFamily="18" charset="0"/>
              </a:rPr>
              <a:t> system integrates a heartbeat sensor to monitor the driver’s vital signs and a vibration sensor to detect collisions. An Arduino-based microcontroller processes data from both sensors to determine whether an accident has occurred. If confirmed, the system uses GPS to pinpoint the exact location and GSM technology to send an alert message to pre-stored emergency contacts, including ambulance </a:t>
            </a:r>
            <a:r>
              <a:rPr lang="en-US" sz="2000" dirty="0" err="1">
                <a:latin typeface="Times New Roman" panose="02020603050405020304" pitchFamily="18" charset="0"/>
                <a:cs typeface="Times New Roman" panose="02020603050405020304" pitchFamily="18" charset="0"/>
              </a:rPr>
              <a:t>services.To</a:t>
            </a:r>
            <a:r>
              <a:rPr lang="en-US" sz="2000" dirty="0">
                <a:latin typeface="Times New Roman" panose="02020603050405020304" pitchFamily="18" charset="0"/>
                <a:cs typeface="Times New Roman" panose="02020603050405020304" pitchFamily="18" charset="0"/>
              </a:rPr>
              <a:t> enhance accuracy, a fingerprint sensor identifies the driver, ensuring the correct heart rate is monitored, even if the driver changes. The hardware is implemented using the Arduino platform, with programming done through Arduino IDE. By enabling faster emergency response, this system aims to reduce fatalities caused by delays in medical assistance.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550301" y="375179"/>
            <a:ext cx="3181709" cy="652792"/>
          </a:xfrm>
        </p:spPr>
        <p:txBody>
          <a:bodyPr>
            <a:normAutofit/>
          </a:bodyPr>
          <a:lstStyle/>
          <a:p>
            <a:r>
              <a:rPr lang="en-IN" sz="3600" b="1" dirty="0">
                <a:solidFill>
                  <a:srgbClr val="002060"/>
                </a:solidFill>
                <a:latin typeface="Times New Roman" panose="02020603050405020304" pitchFamily="18" charset="0"/>
                <a:cs typeface="Times New Roman" panose="02020603050405020304" pitchFamily="18" charset="0"/>
              </a:rPr>
              <a:t>1. Introduction</a:t>
            </a:r>
            <a:endParaRPr lang="en-IN" sz="3600" b="1" dirty="0">
              <a:latin typeface="Times New Roman" panose="02020603050405020304" pitchFamily="18" charset="0"/>
              <a:cs typeface="Times New Roman" panose="02020603050405020304" pitchFamily="18" charset="0"/>
            </a:endParaRPr>
          </a:p>
        </p:txBody>
      </p:sp>
      <p:sp>
        <p:nvSpPr>
          <p:cNvPr id="1048595" name="Content Placeholder 2"/>
          <p:cNvSpPr>
            <a:spLocks noGrp="1"/>
          </p:cNvSpPr>
          <p:nvPr>
            <p:ph idx="1"/>
          </p:nvPr>
        </p:nvSpPr>
        <p:spPr>
          <a:xfrm>
            <a:off x="550301" y="1333047"/>
            <a:ext cx="11257386" cy="4918780"/>
          </a:xfrm>
        </p:spPr>
        <p:txBody>
          <a:bodyPr>
            <a:normAutofit/>
          </a:bodyPr>
          <a:lstStyle/>
          <a:p>
            <a:pPr marL="0" indent="0" algn="just">
              <a:buNone/>
            </a:pPr>
            <a:r>
              <a:rPr lang="en-IN" sz="2400" b="1" dirty="0">
                <a:solidFill>
                  <a:srgbClr val="002060"/>
                </a:solidFill>
                <a:latin typeface="Times New Roman" panose="02020603050405020304" pitchFamily="18" charset="0"/>
                <a:cs typeface="Times New Roman" panose="02020603050405020304" pitchFamily="18" charset="0"/>
              </a:rPr>
              <a:t>1.1 Problem Definition</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IN" sz="2400" b="1" dirty="0">
              <a:solidFill>
                <a:srgbClr val="002060"/>
              </a:solidFill>
              <a:latin typeface="Times New Roman" panose="02020603050405020304" pitchFamily="18" charset="0"/>
              <a:cs typeface="Times New Roman" panose="02020603050405020304" pitchFamily="18" charset="0"/>
            </a:endParaRPr>
          </a:p>
          <a:p>
            <a:pPr marL="0" indent="0" algn="just">
              <a:buNone/>
            </a:pPr>
            <a:r>
              <a:rPr lang="en-IN" sz="2400" b="1" dirty="0">
                <a:solidFill>
                  <a:srgbClr val="002060"/>
                </a:solidFill>
                <a:latin typeface="Times New Roman" panose="02020603050405020304" pitchFamily="18" charset="0"/>
                <a:cs typeface="Times New Roman" panose="02020603050405020304" pitchFamily="18" charset="0"/>
              </a:rPr>
              <a:t>1.2 Project Description</a:t>
            </a:r>
          </a:p>
          <a:p>
            <a:pPr marL="0" indent="0" algn="just">
              <a:buNone/>
            </a:pPr>
            <a:endParaRPr lang="en-US" sz="2300" b="1" dirty="0">
              <a:solidFill>
                <a:srgbClr val="002060"/>
              </a:solidFill>
            </a:endParaRPr>
          </a:p>
          <a:p>
            <a:pPr marL="0" indent="0" algn="just">
              <a:buNone/>
            </a:pPr>
            <a:endParaRPr lang="en-US" sz="2000" b="1" dirty="0">
              <a:solidFill>
                <a:srgbClr val="002060"/>
              </a:solidFill>
            </a:endParaRPr>
          </a:p>
          <a:p>
            <a:pPr marL="0" indent="0" algn="just">
              <a:buNone/>
            </a:pPr>
            <a:endParaRPr lang="en-US" sz="2000" b="1" dirty="0">
              <a:solidFill>
                <a:srgbClr val="002060"/>
              </a:solidFill>
            </a:endParaRPr>
          </a:p>
          <a:p>
            <a:pPr marL="0" indent="0" algn="just">
              <a:buNone/>
            </a:pPr>
            <a:endParaRPr lang="en-US" sz="2000" b="1" dirty="0">
              <a:solidFill>
                <a:srgbClr val="002060"/>
              </a:solidFill>
            </a:endParaRPr>
          </a:p>
        </p:txBody>
      </p:sp>
      <p:sp>
        <p:nvSpPr>
          <p:cNvPr id="1048596" name="object 2"/>
          <p:cNvSpPr/>
          <p:nvPr/>
        </p:nvSpPr>
        <p:spPr>
          <a:xfrm>
            <a:off x="85343" y="78054"/>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3" name="Rectangle 2">
            <a:extLst>
              <a:ext uri="{FF2B5EF4-FFF2-40B4-BE49-F238E27FC236}">
                <a16:creationId xmlns:a16="http://schemas.microsoft.com/office/drawing/2014/main" id="{FA69C900-0DB2-4C0C-E234-B60F35E1FDAC}"/>
              </a:ext>
            </a:extLst>
          </p:cNvPr>
          <p:cNvSpPr>
            <a:spLocks noChangeArrowheads="1"/>
          </p:cNvSpPr>
          <p:nvPr/>
        </p:nvSpPr>
        <p:spPr bwMode="auto">
          <a:xfrm>
            <a:off x="550302" y="1870549"/>
            <a:ext cx="1125738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Delays in emergency response after accidents lead to preventable fatalities, often due to unreliable detection and reporting methods. Existing systems relying on impact sensors may be inaccurate, causing false alarms or missed incidents. An automated system integrating multiple sensors, including heartbeat and vibration sensors, can accurately detect accidents and immediately notify emergency services using GPS and GSM technology. This ensures faster medical intervention, reducing fatalities caused by delayed assistance</a:t>
            </a: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2" name="Rectangle 1">
            <a:extLst>
              <a:ext uri="{FF2B5EF4-FFF2-40B4-BE49-F238E27FC236}">
                <a16:creationId xmlns:a16="http://schemas.microsoft.com/office/drawing/2014/main" id="{E7818311-DE07-4421-7E8C-B94CCA9C6D03}"/>
              </a:ext>
            </a:extLst>
          </p:cNvPr>
          <p:cNvSpPr>
            <a:spLocks noChangeArrowheads="1"/>
          </p:cNvSpPr>
          <p:nvPr/>
        </p:nvSpPr>
        <p:spPr bwMode="auto">
          <a:xfrm>
            <a:off x="550300" y="4354192"/>
            <a:ext cx="1125738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Car Seat Belt Accident Detection System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an IoT-based safety solution designed for smart cities. It uses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seatbelt, heart rate, sound, and accelerometer sensors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monitor driver safety and detect accidents in real time. Upon detecting an impact or abnormal vital signs, the system automatically sends an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alert with GPS coordinates via SIM808 GSM and MQTT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authorities or nearby responders. This ensures rapid assistance, reducing emergency response time and improving road safety.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838200" y="617052"/>
            <a:ext cx="3440502"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1. Introduction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AEC0F1-9C19-B677-F392-2831CD230FC5}"/>
              </a:ext>
            </a:extLst>
          </p:cNvPr>
          <p:cNvSpPr>
            <a:spLocks noGrp="1"/>
          </p:cNvSpPr>
          <p:nvPr>
            <p:ph idx="1"/>
          </p:nvPr>
        </p:nvSpPr>
        <p:spPr>
          <a:xfrm>
            <a:off x="838200" y="1353711"/>
            <a:ext cx="10515600" cy="5139164"/>
          </a:xfrm>
        </p:spPr>
        <p:txBody>
          <a:bodyPr>
            <a:normAutofit fontScale="85000" lnSpcReduction="20000"/>
          </a:bodyPr>
          <a:lstStyle/>
          <a:p>
            <a:pPr marL="0" indent="0" algn="just">
              <a:lnSpc>
                <a:spcPct val="150000"/>
              </a:lnSpc>
              <a:buNone/>
            </a:pPr>
            <a:r>
              <a:rPr lang="en-IN" sz="2400" b="1" dirty="0">
                <a:solidFill>
                  <a:srgbClr val="002060"/>
                </a:solidFill>
                <a:latin typeface="Times New Roman" panose="02020603050405020304" pitchFamily="18" charset="0"/>
                <a:cs typeface="Times New Roman" panose="02020603050405020304" pitchFamily="18" charset="0"/>
              </a:rPr>
              <a:t>1.3 Objectives of the Project</a:t>
            </a:r>
          </a:p>
          <a:p>
            <a:pPr algn="just">
              <a:lnSpc>
                <a:spcPct val="120000"/>
              </a:lnSpc>
            </a:pPr>
            <a:r>
              <a:rPr lang="en-IN" sz="2400" dirty="0">
                <a:latin typeface="Times New Roman" panose="02020603050405020304" pitchFamily="18" charset="0"/>
                <a:cs typeface="Times New Roman" panose="02020603050405020304" pitchFamily="18" charset="0"/>
              </a:rPr>
              <a:t>Enhance Vehicle Safety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algn="just">
              <a:lnSpc>
                <a:spcPct val="120000"/>
              </a:lnSpc>
            </a:pPr>
            <a:r>
              <a:rPr lang="en-IN" sz="2400" dirty="0">
                <a:latin typeface="Times New Roman" panose="02020603050405020304" pitchFamily="18" charset="0"/>
                <a:cs typeface="Times New Roman" panose="02020603050405020304" pitchFamily="18" charset="0"/>
              </a:rPr>
              <a:t>Accident Detection </a:t>
            </a:r>
          </a:p>
          <a:p>
            <a:pPr algn="just">
              <a:lnSpc>
                <a:spcPct val="120000"/>
              </a:lnSpc>
            </a:pPr>
            <a:r>
              <a:rPr lang="en-IN" sz="2400" dirty="0">
                <a:latin typeface="Times New Roman" panose="02020603050405020304" pitchFamily="18" charset="0"/>
                <a:cs typeface="Times New Roman" panose="02020603050405020304" pitchFamily="18" charset="0"/>
              </a:rPr>
              <a:t>Real-Time Emergency Alert</a:t>
            </a:r>
          </a:p>
          <a:p>
            <a:pPr algn="just">
              <a:lnSpc>
                <a:spcPct val="120000"/>
              </a:lnSpc>
            </a:pPr>
            <a:r>
              <a:rPr lang="en-IN" sz="2400" dirty="0">
                <a:latin typeface="Times New Roman" panose="02020603050405020304" pitchFamily="18" charset="0"/>
                <a:cs typeface="Times New Roman" panose="02020603050405020304" pitchFamily="18" charset="0"/>
              </a:rPr>
              <a:t>Reduce Response Time</a:t>
            </a:r>
          </a:p>
          <a:p>
            <a:pPr algn="just">
              <a:lnSpc>
                <a:spcPct val="120000"/>
              </a:lnSpc>
            </a:pPr>
            <a:r>
              <a:rPr lang="en-IN" sz="2400" dirty="0">
                <a:latin typeface="Times New Roman" panose="02020603050405020304" pitchFamily="18" charset="0"/>
                <a:cs typeface="Times New Roman" panose="02020603050405020304" pitchFamily="18" charset="0"/>
              </a:rPr>
              <a:t>Smart City Integration </a:t>
            </a:r>
            <a:endParaRPr lang="en-IN" sz="2400" kern="1200" dirty="0">
              <a:solidFill>
                <a:srgbClr val="002060"/>
              </a:solidFill>
              <a:effectLst/>
              <a:latin typeface="Times New Roman" panose="02020603050405020304" pitchFamily="18" charset="0"/>
              <a:cs typeface="Times New Roman" panose="02020603050405020304" pitchFamily="18" charset="0"/>
            </a:endParaRPr>
          </a:p>
          <a:p>
            <a:pPr marL="0" indent="0" algn="just" rtl="0" eaLnBrk="1" latinLnBrk="0" hangingPunct="1">
              <a:lnSpc>
                <a:spcPct val="160000"/>
              </a:lnSpc>
              <a:spcBef>
                <a:spcPts val="1000"/>
              </a:spcBef>
              <a:buNone/>
            </a:pPr>
            <a:r>
              <a:rPr lang="en-IN" sz="2400" b="1" kern="1200" dirty="0">
                <a:solidFill>
                  <a:srgbClr val="002060"/>
                </a:solidFill>
                <a:effectLst/>
                <a:latin typeface="Times New Roman" panose="02020603050405020304" pitchFamily="18" charset="0"/>
                <a:cs typeface="Times New Roman" panose="02020603050405020304" pitchFamily="18" charset="0"/>
              </a:rPr>
              <a:t>1.4 Aim </a:t>
            </a:r>
          </a:p>
          <a:p>
            <a:pPr marL="0" indent="0" algn="just" rtl="0" eaLnBrk="1" latinLnBrk="0" hangingPunct="1">
              <a:lnSpc>
                <a:spcPct val="160000"/>
              </a:lnSpc>
              <a:spcBef>
                <a:spcPts val="1000"/>
              </a:spcBef>
              <a:buNone/>
            </a:pPr>
            <a:r>
              <a:rPr lang="en-US" sz="2400" dirty="0">
                <a:latin typeface="Times New Roman" panose="02020603050405020304" pitchFamily="18" charset="0"/>
                <a:cs typeface="Times New Roman" panose="02020603050405020304" pitchFamily="18" charset="0"/>
              </a:rPr>
              <a:t>The project aims to develop an IoT-based accident detection system that monitors driver safety using seatbelt, heart rate, sound, and accelerometer sensors. In case of an emergency, it automatically sends GPS alerts via SIM808 GSM and MQTT, ensuring faster response and enhanced road safety in smart cities.</a:t>
            </a:r>
            <a:endParaRPr lang="en-IN" altLang="en-US" sz="2400"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6" name="object 2">
            <a:extLst>
              <a:ext uri="{FF2B5EF4-FFF2-40B4-BE49-F238E27FC236}">
                <a16:creationId xmlns:a16="http://schemas.microsoft.com/office/drawing/2014/main" id="{E698AAC3-D03A-EB84-AF60-E74411B8A8AF}"/>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2024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543493" y="810178"/>
            <a:ext cx="3388743"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2. </a:t>
            </a:r>
            <a:r>
              <a:rPr lang="en-US" sz="3600" b="1" dirty="0">
                <a:solidFill>
                  <a:srgbClr val="002060"/>
                </a:solidFill>
                <a:latin typeface="Times New Roman" panose="02020603050405020304" pitchFamily="18" charset="0"/>
                <a:cs typeface="Times New Roman" panose="02020603050405020304" pitchFamily="18" charset="0"/>
              </a:rPr>
              <a:t>Methodology </a:t>
            </a:r>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FA103AD-89F5-12A5-31E8-C57025F738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7530" y="141605"/>
            <a:ext cx="6333788" cy="6333788"/>
          </a:xfrm>
          <a:prstGeom prst="rect">
            <a:avLst/>
          </a:prstGeom>
        </p:spPr>
      </p:pic>
      <mc:AlternateContent xmlns:mc="http://schemas.openxmlformats.org/markup-compatibility/2006">
        <mc:Choice xmlns:p14="http://schemas.microsoft.com/office/powerpoint/2010/main" Requires="p14">
          <p:contentPart p14:bwMode="auto" r:id="rId3">
            <p14:nvContentPartPr>
              <p14:cNvPr id="13" name="Ink 12">
                <a:extLst>
                  <a:ext uri="{FF2B5EF4-FFF2-40B4-BE49-F238E27FC236}">
                    <a16:creationId xmlns:a16="http://schemas.microsoft.com/office/drawing/2014/main" id="{62F25E71-BE82-7C8A-47E8-2A5A66448CFF}"/>
                  </a:ext>
                </a:extLst>
              </p14:cNvPr>
              <p14:cNvContentPartPr/>
              <p14:nvPr/>
            </p14:nvContentPartPr>
            <p14:xfrm>
              <a:off x="10058200" y="4419600"/>
              <a:ext cx="360" cy="360"/>
            </p14:xfrm>
          </p:contentPart>
        </mc:Choice>
        <mc:Fallback>
          <p:pic>
            <p:nvPicPr>
              <p:cNvPr id="13" name="Ink 12">
                <a:extLst>
                  <a:ext uri="{FF2B5EF4-FFF2-40B4-BE49-F238E27FC236}">
                    <a16:creationId xmlns:a16="http://schemas.microsoft.com/office/drawing/2014/main" id="{62F25E71-BE82-7C8A-47E8-2A5A66448CFF}"/>
                  </a:ext>
                </a:extLst>
              </p:cNvPr>
              <p:cNvPicPr/>
              <p:nvPr/>
            </p:nvPicPr>
            <p:blipFill>
              <a:blip r:embed="rId4"/>
              <a:stretch>
                <a:fillRect/>
              </a:stretch>
            </p:blipFill>
            <p:spPr>
              <a:xfrm>
                <a:off x="9995560" y="43566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9" name="Ink 18">
                <a:extLst>
                  <a:ext uri="{FF2B5EF4-FFF2-40B4-BE49-F238E27FC236}">
                    <a16:creationId xmlns:a16="http://schemas.microsoft.com/office/drawing/2014/main" id="{5268F206-6397-AFE7-D793-63B4A02E55EC}"/>
                  </a:ext>
                </a:extLst>
              </p14:cNvPr>
              <p14:cNvContentPartPr/>
              <p14:nvPr/>
            </p14:nvContentPartPr>
            <p14:xfrm>
              <a:off x="9867520" y="1712760"/>
              <a:ext cx="496080" cy="2689200"/>
            </p14:xfrm>
          </p:contentPart>
        </mc:Choice>
        <mc:Fallback>
          <p:pic>
            <p:nvPicPr>
              <p:cNvPr id="19" name="Ink 18">
                <a:extLst>
                  <a:ext uri="{FF2B5EF4-FFF2-40B4-BE49-F238E27FC236}">
                    <a16:creationId xmlns:a16="http://schemas.microsoft.com/office/drawing/2014/main" id="{5268F206-6397-AFE7-D793-63B4A02E55EC}"/>
                  </a:ext>
                </a:extLst>
              </p:cNvPr>
              <p:cNvPicPr/>
              <p:nvPr/>
            </p:nvPicPr>
            <p:blipFill>
              <a:blip r:embed="rId6"/>
              <a:stretch>
                <a:fillRect/>
              </a:stretch>
            </p:blipFill>
            <p:spPr>
              <a:xfrm>
                <a:off x="9804880" y="1649760"/>
                <a:ext cx="621720" cy="2814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1" name="Ink 20">
                <a:extLst>
                  <a:ext uri="{FF2B5EF4-FFF2-40B4-BE49-F238E27FC236}">
                    <a16:creationId xmlns:a16="http://schemas.microsoft.com/office/drawing/2014/main" id="{50C6A935-5CFC-8633-84E4-EB781A02B955}"/>
                  </a:ext>
                </a:extLst>
              </p14:cNvPr>
              <p14:cNvContentPartPr/>
              <p14:nvPr/>
            </p14:nvContentPartPr>
            <p14:xfrm>
              <a:off x="10012600" y="2409000"/>
              <a:ext cx="59760" cy="678600"/>
            </p14:xfrm>
          </p:contentPart>
        </mc:Choice>
        <mc:Fallback>
          <p:pic>
            <p:nvPicPr>
              <p:cNvPr id="21" name="Ink 20">
                <a:extLst>
                  <a:ext uri="{FF2B5EF4-FFF2-40B4-BE49-F238E27FC236}">
                    <a16:creationId xmlns:a16="http://schemas.microsoft.com/office/drawing/2014/main" id="{50C6A935-5CFC-8633-84E4-EB781A02B955}"/>
                  </a:ext>
                </a:extLst>
              </p:cNvPr>
              <p:cNvPicPr/>
              <p:nvPr/>
            </p:nvPicPr>
            <p:blipFill>
              <a:blip r:embed="rId8"/>
              <a:stretch>
                <a:fillRect/>
              </a:stretch>
            </p:blipFill>
            <p:spPr>
              <a:xfrm>
                <a:off x="9949600" y="2346360"/>
                <a:ext cx="185400" cy="804240"/>
              </a:xfrm>
              <a:prstGeom prst="rect">
                <a:avLst/>
              </a:prstGeom>
            </p:spPr>
          </p:pic>
        </mc:Fallback>
      </mc:AlternateContent>
      <p:grpSp>
        <p:nvGrpSpPr>
          <p:cNvPr id="23" name="Group 22">
            <a:extLst>
              <a:ext uri="{FF2B5EF4-FFF2-40B4-BE49-F238E27FC236}">
                <a16:creationId xmlns:a16="http://schemas.microsoft.com/office/drawing/2014/main" id="{FDA3B080-7F1E-C9B1-6FF8-82D88E166248}"/>
              </a:ext>
            </a:extLst>
          </p:cNvPr>
          <p:cNvGrpSpPr/>
          <p:nvPr/>
        </p:nvGrpSpPr>
        <p:grpSpPr>
          <a:xfrm>
            <a:off x="9887560" y="4037640"/>
            <a:ext cx="459000" cy="2442600"/>
            <a:chOff x="9887560" y="4037640"/>
            <a:chExt cx="459000" cy="2442600"/>
          </a:xfrm>
        </p:grpSpPr>
        <mc:AlternateContent xmlns:mc="http://schemas.openxmlformats.org/markup-compatibility/2006">
          <mc:Choice xmlns:p14="http://schemas.microsoft.com/office/powerpoint/2010/main" Requires="p14">
            <p:contentPart p14:bwMode="auto" r:id="rId9">
              <p14:nvContentPartPr>
                <p14:cNvPr id="11" name="Ink 10">
                  <a:extLst>
                    <a:ext uri="{FF2B5EF4-FFF2-40B4-BE49-F238E27FC236}">
                      <a16:creationId xmlns:a16="http://schemas.microsoft.com/office/drawing/2014/main" id="{838CB5AC-7A45-09CB-7D2E-61738243D0D3}"/>
                    </a:ext>
                  </a:extLst>
                </p14:cNvPr>
                <p14:cNvContentPartPr/>
                <p14:nvPr/>
              </p14:nvContentPartPr>
              <p14:xfrm>
                <a:off x="10231360" y="4037640"/>
                <a:ext cx="115200" cy="1533600"/>
              </p14:xfrm>
            </p:contentPart>
          </mc:Choice>
          <mc:Fallback>
            <p:pic>
              <p:nvPicPr>
                <p:cNvPr id="11" name="Ink 10">
                  <a:extLst>
                    <a:ext uri="{FF2B5EF4-FFF2-40B4-BE49-F238E27FC236}">
                      <a16:creationId xmlns:a16="http://schemas.microsoft.com/office/drawing/2014/main" id="{838CB5AC-7A45-09CB-7D2E-61738243D0D3}"/>
                    </a:ext>
                  </a:extLst>
                </p:cNvPr>
                <p:cNvPicPr/>
                <p:nvPr/>
              </p:nvPicPr>
              <p:blipFill>
                <a:blip r:embed="rId10"/>
                <a:stretch>
                  <a:fillRect/>
                </a:stretch>
              </p:blipFill>
              <p:spPr>
                <a:xfrm>
                  <a:off x="10168720" y="3974640"/>
                  <a:ext cx="240840" cy="16592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2" name="Ink 21">
                  <a:extLst>
                    <a:ext uri="{FF2B5EF4-FFF2-40B4-BE49-F238E27FC236}">
                      <a16:creationId xmlns:a16="http://schemas.microsoft.com/office/drawing/2014/main" id="{66A2B22D-BBB4-7B56-999E-424327E63108}"/>
                    </a:ext>
                  </a:extLst>
                </p14:cNvPr>
                <p14:cNvContentPartPr/>
                <p14:nvPr/>
              </p14:nvContentPartPr>
              <p14:xfrm>
                <a:off x="9887560" y="5291160"/>
                <a:ext cx="199800" cy="1189080"/>
              </p14:xfrm>
            </p:contentPart>
          </mc:Choice>
          <mc:Fallback>
            <p:pic>
              <p:nvPicPr>
                <p:cNvPr id="22" name="Ink 21">
                  <a:extLst>
                    <a:ext uri="{FF2B5EF4-FFF2-40B4-BE49-F238E27FC236}">
                      <a16:creationId xmlns:a16="http://schemas.microsoft.com/office/drawing/2014/main" id="{66A2B22D-BBB4-7B56-999E-424327E63108}"/>
                    </a:ext>
                  </a:extLst>
                </p:cNvPr>
                <p:cNvPicPr/>
                <p:nvPr/>
              </p:nvPicPr>
              <p:blipFill>
                <a:blip r:embed="rId12"/>
                <a:stretch>
                  <a:fillRect/>
                </a:stretch>
              </p:blipFill>
              <p:spPr>
                <a:xfrm>
                  <a:off x="9824920" y="5228520"/>
                  <a:ext cx="325440" cy="1314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24" name="Ink 23">
                <a:extLst>
                  <a:ext uri="{FF2B5EF4-FFF2-40B4-BE49-F238E27FC236}">
                    <a16:creationId xmlns:a16="http://schemas.microsoft.com/office/drawing/2014/main" id="{57071C91-E66C-89C2-5954-84F7BE5C3A84}"/>
                  </a:ext>
                </a:extLst>
              </p14:cNvPr>
              <p14:cNvContentPartPr/>
              <p14:nvPr/>
            </p14:nvContentPartPr>
            <p14:xfrm>
              <a:off x="9895480" y="1665840"/>
              <a:ext cx="360" cy="360"/>
            </p14:xfrm>
          </p:contentPart>
        </mc:Choice>
        <mc:Fallback>
          <p:pic>
            <p:nvPicPr>
              <p:cNvPr id="24" name="Ink 23">
                <a:extLst>
                  <a:ext uri="{FF2B5EF4-FFF2-40B4-BE49-F238E27FC236}">
                    <a16:creationId xmlns:a16="http://schemas.microsoft.com/office/drawing/2014/main" id="{57071C91-E66C-89C2-5954-84F7BE5C3A84}"/>
                  </a:ext>
                </a:extLst>
              </p:cNvPr>
              <p:cNvPicPr/>
              <p:nvPr/>
            </p:nvPicPr>
            <p:blipFill>
              <a:blip r:embed="rId4"/>
              <a:stretch>
                <a:fillRect/>
              </a:stretch>
            </p:blipFill>
            <p:spPr>
              <a:xfrm>
                <a:off x="9832840" y="16032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7" name="Ink 26">
                <a:extLst>
                  <a:ext uri="{FF2B5EF4-FFF2-40B4-BE49-F238E27FC236}">
                    <a16:creationId xmlns:a16="http://schemas.microsoft.com/office/drawing/2014/main" id="{DDFF0EBC-B426-945B-E83A-4B150F5AFA9D}"/>
                  </a:ext>
                </a:extLst>
              </p14:cNvPr>
              <p14:cNvContentPartPr/>
              <p14:nvPr/>
            </p14:nvContentPartPr>
            <p14:xfrm>
              <a:off x="10025440" y="233760"/>
              <a:ext cx="60120" cy="1590120"/>
            </p14:xfrm>
          </p:contentPart>
        </mc:Choice>
        <mc:Fallback>
          <p:pic>
            <p:nvPicPr>
              <p:cNvPr id="27" name="Ink 26">
                <a:extLst>
                  <a:ext uri="{FF2B5EF4-FFF2-40B4-BE49-F238E27FC236}">
                    <a16:creationId xmlns:a16="http://schemas.microsoft.com/office/drawing/2014/main" id="{DDFF0EBC-B426-945B-E83A-4B150F5AFA9D}"/>
                  </a:ext>
                </a:extLst>
              </p:cNvPr>
              <p:cNvPicPr/>
              <p:nvPr/>
            </p:nvPicPr>
            <p:blipFill>
              <a:blip r:embed="rId15"/>
              <a:stretch>
                <a:fillRect/>
              </a:stretch>
            </p:blipFill>
            <p:spPr>
              <a:xfrm>
                <a:off x="9962440" y="170760"/>
                <a:ext cx="185760" cy="1715760"/>
              </a:xfrm>
              <a:prstGeom prst="rect">
                <a:avLst/>
              </a:prstGeom>
            </p:spPr>
          </p:pic>
        </mc:Fallback>
      </mc:AlternateContent>
    </p:spTree>
    <p:extLst>
      <p:ext uri="{BB962C8B-B14F-4D97-AF65-F5344CB8AC3E}">
        <p14:creationId xmlns:p14="http://schemas.microsoft.com/office/powerpoint/2010/main" val="2635421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58636" y="353222"/>
            <a:ext cx="10383533"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3. </a:t>
            </a:r>
            <a:r>
              <a:rPr lang="en-US" sz="3600" b="1" dirty="0">
                <a:solidFill>
                  <a:srgbClr val="002060"/>
                </a:solidFill>
                <a:latin typeface="Times New Roman" panose="02020603050405020304" pitchFamily="18" charset="0"/>
                <a:cs typeface="Times New Roman" panose="02020603050405020304" pitchFamily="18" charset="0"/>
              </a:rPr>
              <a:t>Technologies(Hardware &amp; Software required)</a:t>
            </a:r>
            <a:endParaRPr lang="en-IN" sz="3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16F9BDEE-859A-B2DD-22AA-07E38304616D}"/>
              </a:ext>
            </a:extLst>
          </p:cNvPr>
          <p:cNvSpPr>
            <a:spLocks noChangeArrowheads="1"/>
          </p:cNvSpPr>
          <p:nvPr/>
        </p:nvSpPr>
        <p:spPr bwMode="auto">
          <a:xfrm>
            <a:off x="458638" y="1591025"/>
            <a:ext cx="1183831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F15BE69-074B-72E9-8164-3D62900CC7A2}"/>
              </a:ext>
            </a:extLst>
          </p:cNvPr>
          <p:cNvSpPr txBox="1"/>
          <p:nvPr/>
        </p:nvSpPr>
        <p:spPr>
          <a:xfrm>
            <a:off x="458636" y="728893"/>
            <a:ext cx="9655423" cy="5576976"/>
          </a:xfrm>
          <a:prstGeom prst="rect">
            <a:avLst/>
          </a:prstGeom>
          <a:noFill/>
        </p:spPr>
        <p:txBody>
          <a:bodyPr wrap="square" rtlCol="0">
            <a:spAutoFit/>
          </a:bodyPr>
          <a:lstStyle/>
          <a:p>
            <a:pPr algn="just">
              <a:lnSpc>
                <a:spcPct val="150000"/>
              </a:lnSpc>
            </a:pPr>
            <a:r>
              <a:rPr lang="en-IN" sz="2000" b="1" dirty="0">
                <a:solidFill>
                  <a:srgbClr val="002060"/>
                </a:solidFill>
                <a:latin typeface="Times New Roman" panose="02020603050405020304" pitchFamily="18" charset="0"/>
                <a:cs typeface="Times New Roman" panose="02020603050405020304" pitchFamily="18" charset="0"/>
              </a:rPr>
              <a:t>Hardware: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Raspberry Pi / Arduino</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MPU6050 Accelerometer</a:t>
            </a:r>
          </a:p>
          <a:p>
            <a:pPr marL="0" marR="0" lvl="0" indent="0" algn="l" defTabSz="914400" rtl="0" eaLnBrk="0" fontAlgn="base" latinLnBrk="0" hangingPunct="0">
              <a:lnSpc>
                <a:spcPct val="150000"/>
              </a:lnSpc>
              <a:spcBef>
                <a:spcPct val="0"/>
              </a:spcBef>
              <a:spcAft>
                <a:spcPct val="0"/>
              </a:spcAft>
              <a:buClrTx/>
              <a:buSzTx/>
              <a:buFontTx/>
              <a:buChar char="•"/>
              <a:tabLst>
                <a:tab pos="1879600" algn="l"/>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IR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Heart Rate Sensor (Pulse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Sound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SIM808 GSM &amp; GPS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Power Supply (12V/5V) </a:t>
            </a:r>
            <a:endParaRPr lang="en-US" sz="2000" b="1" dirty="0">
              <a:latin typeface="Times New Roman" panose="02020603050405020304" pitchFamily="18" charset="0"/>
              <a:cs typeface="Times New Roman" panose="02020603050405020304" pitchFamily="18" charset="0"/>
            </a:endParaRPr>
          </a:p>
          <a:p>
            <a:pPr algn="just">
              <a:lnSpc>
                <a:spcPct val="150000"/>
              </a:lnSpc>
            </a:pPr>
            <a:r>
              <a:rPr lang="en-US" sz="2000" b="1" dirty="0">
                <a:solidFill>
                  <a:srgbClr val="002060"/>
                </a:solidFill>
                <a:latin typeface="Times New Roman" panose="02020603050405020304" pitchFamily="18" charset="0"/>
                <a:cs typeface="Times New Roman" panose="02020603050405020304" pitchFamily="18" charset="0"/>
              </a:rPr>
              <a:t>Software: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Arduino IDE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MQTT server</a:t>
            </a:r>
          </a:p>
          <a:p>
            <a:pPr marL="28575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GPS Tracking Software</a:t>
            </a:r>
          </a:p>
        </p:txBody>
      </p:sp>
      <p:sp>
        <p:nvSpPr>
          <p:cNvPr id="4" name="object 2">
            <a:extLst>
              <a:ext uri="{FF2B5EF4-FFF2-40B4-BE49-F238E27FC236}">
                <a16:creationId xmlns:a16="http://schemas.microsoft.com/office/drawing/2014/main" id="{0DC78728-37A5-7601-D435-B4D3E7AC9982}"/>
              </a:ext>
            </a:extLst>
          </p:cNvPr>
          <p:cNvSpPr/>
          <p:nvPr/>
        </p:nvSpPr>
        <p:spPr>
          <a:xfrm>
            <a:off x="85343" y="78054"/>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505096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42736" y="283211"/>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4. System Analysis</a:t>
            </a:r>
            <a:endParaRPr lang="en-IN" sz="36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6596729-BD15-D828-F22B-90A5E22E3CC0}"/>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5" name="Rectangle 1">
            <a:extLst>
              <a:ext uri="{FF2B5EF4-FFF2-40B4-BE49-F238E27FC236}">
                <a16:creationId xmlns:a16="http://schemas.microsoft.com/office/drawing/2014/main" id="{F17BF6C5-043E-E1F6-54C8-2B761054E377}"/>
              </a:ext>
            </a:extLst>
          </p:cNvPr>
          <p:cNvSpPr>
            <a:spLocks noChangeArrowheads="1"/>
          </p:cNvSpPr>
          <p:nvPr/>
        </p:nvSpPr>
        <p:spPr bwMode="auto">
          <a:xfrm>
            <a:off x="442736" y="802006"/>
            <a:ext cx="11227625"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Literature Survey</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IoT-Based Vehicle Safety Systems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Various research studies highlight the role of IoT in vehicle safety, integrating sensors and cloud platforms to detect accidents and send emergency alerts.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Seat Belt Monitoring Systems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Studies emphasize the importance of seatbelt detection using IR sensors to ensure driver compliance and reduce injury risks in accidents. </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Accident Detection Using Accelerometers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on MPU6050 accelerometers demonstrates their efficiency in detecting sudden impacts and identifying crash severity. </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Heart Rate and Vital Monitoring in Vehicles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Studies suggest that heart rate sensors can detect abnormalities, helping identify unconscious or at-risk drivers before accidents occur. </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Sound-Based Crash Detection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 supports the use of sound sensors for detecting high-impact noise levels, improving accident identification in low-speed or stationary crashes. </a:t>
            </a: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GSM and GPS for Emergency Alerts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systems use SIM808 GSM/GPS modules for real-time location tracking and emergency notifications, significantly reducing emergency response times.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4335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58638" y="537653"/>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4. System Analysis</a:t>
            </a:r>
            <a:endParaRPr lang="en-IN" sz="3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62ED4889-BFA9-FFAB-82ED-279E399266DB}"/>
              </a:ext>
            </a:extLst>
          </p:cNvPr>
          <p:cNvSpPr>
            <a:spLocks noChangeArrowheads="1"/>
          </p:cNvSpPr>
          <p:nvPr/>
        </p:nvSpPr>
        <p:spPr bwMode="auto">
          <a:xfrm>
            <a:off x="458638" y="1252087"/>
            <a:ext cx="11144082"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IN" sz="2000" b="1" dirty="0">
                <a:solidFill>
                  <a:srgbClr val="002060"/>
                </a:solidFill>
                <a:latin typeface="Times New Roman" panose="02020603050405020304" pitchFamily="18" charset="0"/>
                <a:cs typeface="Times New Roman" panose="02020603050405020304" pitchFamily="18" charset="0"/>
              </a:rPr>
              <a:t>4.2 </a:t>
            </a:r>
            <a:r>
              <a:rPr lang="en-US" sz="2000" b="1" dirty="0">
                <a:solidFill>
                  <a:srgbClr val="002060"/>
                </a:solidFill>
                <a:latin typeface="Times New Roman" panose="02020603050405020304" pitchFamily="18" charset="0"/>
                <a:cs typeface="Times New Roman" panose="02020603050405020304" pitchFamily="18" charset="0"/>
              </a:rPr>
              <a:t>Existing System </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r>
              <a:rPr lang="en-US" sz="2000" dirty="0">
                <a:latin typeface="Times New Roman" panose="02020603050405020304" pitchFamily="18" charset="0"/>
                <a:cs typeface="Times New Roman" panose="02020603050405020304" pitchFamily="18" charset="0"/>
              </a:rPr>
              <a:t>Current vehicle safety systems primarily rely on airbags, seatbelt warnings, and manual emergency calls in case of accidents. Some advanced systems use accelerometers and GPS modules for crash detection, while high-end vehicles integrate OnStar or eCall services for automatic emergency response.</a:t>
            </a:r>
          </a:p>
          <a:p>
            <a:pPr marL="0" marR="0" lvl="0" indent="0" algn="just" defTabSz="914400" rtl="0" eaLnBrk="0" fontAlgn="base" latinLnBrk="0" hangingPunct="0">
              <a:lnSpc>
                <a:spcPct val="150000"/>
              </a:lnSpc>
              <a:spcBef>
                <a:spcPct val="0"/>
              </a:spcBef>
              <a:spcAft>
                <a:spcPct val="0"/>
              </a:spcAft>
              <a:buClrTx/>
              <a:buSzTx/>
              <a:tabLst/>
            </a:pPr>
            <a:endParaRPr lang="en-US" sz="2000" dirty="0">
              <a:solidFill>
                <a:srgbClr val="002060"/>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r>
              <a:rPr lang="en-US" sz="2000" b="1" dirty="0">
                <a:solidFill>
                  <a:srgbClr val="002060"/>
                </a:solidFill>
                <a:latin typeface="Times New Roman" panose="02020603050405020304" pitchFamily="18" charset="0"/>
                <a:cs typeface="Times New Roman" panose="02020603050405020304" pitchFamily="18" charset="0"/>
              </a:rPr>
              <a:t>Limitations of existing system </a:t>
            </a:r>
          </a:p>
          <a:p>
            <a:pPr algn="just" eaLnBrk="0" fontAlgn="base" hangingPunct="0">
              <a:spcBef>
                <a:spcPct val="0"/>
              </a:spcBef>
              <a:spcAft>
                <a:spcPct val="0"/>
              </a:spcAft>
            </a:pP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5" name="object 2">
            <a:extLst>
              <a:ext uri="{FF2B5EF4-FFF2-40B4-BE49-F238E27FC236}">
                <a16:creationId xmlns:a16="http://schemas.microsoft.com/office/drawing/2014/main" id="{8E91B4C6-256B-8352-41C9-CE072FAE008D}"/>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4" name="Rectangle 1">
            <a:extLst>
              <a:ext uri="{FF2B5EF4-FFF2-40B4-BE49-F238E27FC236}">
                <a16:creationId xmlns:a16="http://schemas.microsoft.com/office/drawing/2014/main" id="{1F769F1F-1292-80BF-2FEB-8EA4847A96EE}"/>
              </a:ext>
            </a:extLst>
          </p:cNvPr>
          <p:cNvSpPr>
            <a:spLocks noChangeArrowheads="1"/>
          </p:cNvSpPr>
          <p:nvPr/>
        </p:nvSpPr>
        <p:spPr bwMode="auto">
          <a:xfrm>
            <a:off x="458638" y="3975025"/>
            <a:ext cx="10910616"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Emergency Response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Relies on manual notification, increasing response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Accident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Misses low-impact crashes due to reliance on airbags or accelerometers.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Health Monitoring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Lacks driver vital tracking, such as heart rate.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Smart City Integration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Does not connect with IoT-based emergency networks.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Sound-Based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Fails to use sound sensors for crash identification. </a:t>
            </a:r>
          </a:p>
        </p:txBody>
      </p:sp>
    </p:spTree>
    <p:extLst>
      <p:ext uri="{BB962C8B-B14F-4D97-AF65-F5344CB8AC3E}">
        <p14:creationId xmlns:p14="http://schemas.microsoft.com/office/powerpoint/2010/main" val="3304446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58638" y="537653"/>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667F8B2-6C67-9F16-2F74-4055A357D8A7}"/>
              </a:ext>
            </a:extLst>
          </p:cNvPr>
          <p:cNvSpPr>
            <a:spLocks noChangeArrowheads="1"/>
          </p:cNvSpPr>
          <p:nvPr/>
        </p:nvSpPr>
        <p:spPr bwMode="auto">
          <a:xfrm>
            <a:off x="458638" y="1056448"/>
            <a:ext cx="11438722"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2300" b="1" kern="1200" dirty="0">
                <a:solidFill>
                  <a:srgbClr val="002060"/>
                </a:solidFill>
                <a:effectLst/>
                <a:cs typeface="Times New Roman" panose="02020603050405020304" pitchFamily="18" charset="0"/>
              </a:rPr>
              <a:t>5.3 </a:t>
            </a:r>
            <a:r>
              <a:rPr lang="en-US" sz="2300" b="1" kern="1200" dirty="0">
                <a:solidFill>
                  <a:srgbClr val="002060"/>
                </a:solidFill>
                <a:effectLst/>
                <a:cs typeface="Times New Roman" panose="02020603050405020304" pitchFamily="18" charset="0"/>
              </a:rPr>
              <a:t>Proposed</a:t>
            </a:r>
            <a:r>
              <a:rPr lang="en-IN" sz="2300" b="1" kern="1200" dirty="0">
                <a:solidFill>
                  <a:srgbClr val="002060"/>
                </a:solidFill>
                <a:effectLst/>
                <a:cs typeface="Times New Roman" panose="02020603050405020304" pitchFamily="18" charset="0"/>
              </a:rPr>
              <a:t> </a:t>
            </a:r>
            <a:r>
              <a:rPr lang="en-US" sz="2300" b="1" kern="1200" dirty="0">
                <a:solidFill>
                  <a:srgbClr val="002060"/>
                </a:solidFill>
                <a:effectLst/>
                <a:cs typeface="Times New Roman" panose="02020603050405020304" pitchFamily="18" charset="0"/>
              </a:rPr>
              <a:t>System </a:t>
            </a:r>
            <a:endParaRPr lang="en-US" altLang="en-US" b="1" dirty="0">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r>
              <a:rPr lang="en-US" sz="2000" dirty="0">
                <a:latin typeface="Times New Roman" panose="02020603050405020304" pitchFamily="18" charset="0"/>
                <a:cs typeface="Times New Roman" panose="02020603050405020304" pitchFamily="18" charset="0"/>
              </a:rPr>
              <a:t>The Smart Car Seat Belt Accident Detection System integrates IoT sensors to enhance road safety. It uses seatbelt sensors, accelerometers, heart rate monitors, sound sensors, and SIM808 GSM/GPS to detect accidents and send real-time emergency alerts. The system automatically transmits crash data and location to emergency services using MQTT-based cloud communication for faster response.</a:t>
            </a:r>
            <a:endParaRPr lang="en-US" sz="2000" dirty="0">
              <a:solidFill>
                <a:srgbClr val="002060"/>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sz="2300" b="1" dirty="0">
                <a:solidFill>
                  <a:srgbClr val="002060"/>
                </a:solidFill>
                <a:latin typeface="Times New Roman" panose="02020603050405020304" pitchFamily="18" charset="0"/>
                <a:cs typeface="Times New Roman" panose="02020603050405020304" pitchFamily="18" charset="0"/>
              </a:rPr>
              <a:t>Advantages of proposed system</a:t>
            </a: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p:txBody>
      </p:sp>
      <p:sp>
        <p:nvSpPr>
          <p:cNvPr id="6" name="object 2">
            <a:extLst>
              <a:ext uri="{FF2B5EF4-FFF2-40B4-BE49-F238E27FC236}">
                <a16:creationId xmlns:a16="http://schemas.microsoft.com/office/drawing/2014/main" id="{13B2FFC3-C4B8-082D-4181-376447DA6726}"/>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3" name="Rectangle 1">
            <a:extLst>
              <a:ext uri="{FF2B5EF4-FFF2-40B4-BE49-F238E27FC236}">
                <a16:creationId xmlns:a16="http://schemas.microsoft.com/office/drawing/2014/main" id="{399361BF-16E0-CEBF-084C-5ADAED69EB23}"/>
              </a:ext>
            </a:extLst>
          </p:cNvPr>
          <p:cNvSpPr>
            <a:spLocks noChangeArrowheads="1"/>
          </p:cNvSpPr>
          <p:nvPr/>
        </p:nvSpPr>
        <p:spPr bwMode="auto">
          <a:xfrm>
            <a:off x="435443" y="3677426"/>
            <a:ext cx="11297919"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Emergency Response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 accident detection and real-time GPS alerts.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Enhanced Driver Safety</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Monitors seatbelt usage, heart rate, and crash impact.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Multi-Sensor Detection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Combines accelerometer, sound, and health data for accurate accident identification.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City Integration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Connects with IoT-based emergency services for quick assistance.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Alerts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manual intervention required for emergency notifications. </a:t>
            </a:r>
          </a:p>
        </p:txBody>
      </p:sp>
    </p:spTree>
    <p:extLst>
      <p:ext uri="{BB962C8B-B14F-4D97-AF65-F5344CB8AC3E}">
        <p14:creationId xmlns:p14="http://schemas.microsoft.com/office/powerpoint/2010/main" val="2515585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422C-BAE7-EA41-A688-09D5138E82E0}"/>
              </a:ext>
            </a:extLst>
          </p:cNvPr>
          <p:cNvSpPr>
            <a:spLocks noGrp="1"/>
          </p:cNvSpPr>
          <p:nvPr>
            <p:ph type="title"/>
          </p:nvPr>
        </p:nvSpPr>
        <p:spPr>
          <a:xfrm>
            <a:off x="458638" y="537653"/>
            <a:ext cx="4605068" cy="518795"/>
          </a:xfrm>
        </p:spPr>
        <p:txBody>
          <a:bodyPr>
            <a:noAutofit/>
          </a:bodyPr>
          <a:lstStyle/>
          <a:p>
            <a:r>
              <a:rPr lang="en-IN" sz="3600" b="1" dirty="0">
                <a:solidFill>
                  <a:srgbClr val="002060"/>
                </a:solidFill>
                <a:latin typeface="Times New Roman" panose="02020603050405020304" pitchFamily="18" charset="0"/>
                <a:cs typeface="Times New Roman" panose="02020603050405020304" pitchFamily="18" charset="0"/>
              </a:rPr>
              <a:t>5. System Analysis</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667F8B2-6C67-9F16-2F74-4055A357D8A7}"/>
              </a:ext>
            </a:extLst>
          </p:cNvPr>
          <p:cNvSpPr>
            <a:spLocks noChangeArrowheads="1"/>
          </p:cNvSpPr>
          <p:nvPr/>
        </p:nvSpPr>
        <p:spPr bwMode="auto">
          <a:xfrm>
            <a:off x="405227" y="1424017"/>
            <a:ext cx="11378242"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sz="2300" b="1" kern="1200" dirty="0">
                <a:solidFill>
                  <a:srgbClr val="002060"/>
                </a:solidFill>
                <a:effectLst/>
                <a:cs typeface="Times New Roman" panose="02020603050405020304" pitchFamily="18" charset="0"/>
              </a:rPr>
              <a:t>5.3 </a:t>
            </a:r>
            <a:r>
              <a:rPr lang="en-US" sz="2300" b="1" kern="1200" dirty="0">
                <a:solidFill>
                  <a:srgbClr val="002060"/>
                </a:solidFill>
                <a:effectLst/>
                <a:cs typeface="Times New Roman" panose="02020603050405020304" pitchFamily="18" charset="0"/>
              </a:rPr>
              <a:t>Proposed</a:t>
            </a:r>
            <a:r>
              <a:rPr lang="en-IN" sz="2300" b="1" kern="1200" dirty="0">
                <a:solidFill>
                  <a:srgbClr val="002060"/>
                </a:solidFill>
                <a:effectLst/>
                <a:cs typeface="Times New Roman" panose="02020603050405020304" pitchFamily="18" charset="0"/>
              </a:rPr>
              <a:t> </a:t>
            </a:r>
            <a:r>
              <a:rPr lang="en-US" sz="2300" b="1" kern="1200" dirty="0">
                <a:solidFill>
                  <a:srgbClr val="002060"/>
                </a:solidFill>
                <a:effectLst/>
                <a:cs typeface="Times New Roman" panose="02020603050405020304" pitchFamily="18" charset="0"/>
              </a:rPr>
              <a:t>System </a:t>
            </a:r>
          </a:p>
          <a:p>
            <a:pPr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300" b="1" dirty="0">
                <a:solidFill>
                  <a:srgbClr val="002060"/>
                </a:solidFill>
                <a:latin typeface="Times New Roman" panose="02020603050405020304" pitchFamily="18" charset="0"/>
                <a:cs typeface="Times New Roman" panose="02020603050405020304" pitchFamily="18" charset="0"/>
              </a:rPr>
              <a:t>Key Features of proposed system</a:t>
            </a: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lang="en-US" sz="2300" b="1" dirty="0">
              <a:solidFill>
                <a:srgbClr val="002060"/>
              </a:solidFill>
              <a:latin typeface="Times New Roman" panose="02020603050405020304" pitchFamily="18" charset="0"/>
              <a:cs typeface="Times New Roman" panose="02020603050405020304" pitchFamily="18" charset="0"/>
            </a:endParaRPr>
          </a:p>
        </p:txBody>
      </p:sp>
      <p:sp>
        <p:nvSpPr>
          <p:cNvPr id="5" name="object 2">
            <a:extLst>
              <a:ext uri="{FF2B5EF4-FFF2-40B4-BE49-F238E27FC236}">
                <a16:creationId xmlns:a16="http://schemas.microsoft.com/office/drawing/2014/main" id="{27ED331B-A15A-D645-044B-5CA78BAA1C92}"/>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
        <p:nvSpPr>
          <p:cNvPr id="3" name="Rectangle 1">
            <a:extLst>
              <a:ext uri="{FF2B5EF4-FFF2-40B4-BE49-F238E27FC236}">
                <a16:creationId xmlns:a16="http://schemas.microsoft.com/office/drawing/2014/main" id="{E2FD5D99-D456-66F6-A7A1-E80BDC11ABA1}"/>
              </a:ext>
            </a:extLst>
          </p:cNvPr>
          <p:cNvSpPr>
            <a:spLocks noChangeArrowheads="1"/>
          </p:cNvSpPr>
          <p:nvPr/>
        </p:nvSpPr>
        <p:spPr bwMode="auto">
          <a:xfrm>
            <a:off x="405227" y="2602736"/>
            <a:ext cx="9811084"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Seatbelt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Ensures driver compliance for safety.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Heart Rate Monitoring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Detects abnormalities to prevent health-related accidents.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Sound Sensor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Identifies crash-related noises for better accident detection.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MPU6050 Accelerometer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Measures sudden impacts and motion changes.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SIM808 GSM &amp; GPS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Sends emergency alerts with real-time location tracking.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MQTT Cloud Communication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Enables instant accident reporting to emergency services. </a:t>
            </a:r>
          </a:p>
        </p:txBody>
      </p:sp>
    </p:spTree>
    <p:extLst>
      <p:ext uri="{BB962C8B-B14F-4D97-AF65-F5344CB8AC3E}">
        <p14:creationId xmlns:p14="http://schemas.microsoft.com/office/powerpoint/2010/main" val="762330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EC78E-842F-61E5-6800-66E060F174A2}"/>
              </a:ext>
            </a:extLst>
          </p:cNvPr>
          <p:cNvSpPr>
            <a:spLocks noGrp="1"/>
          </p:cNvSpPr>
          <p:nvPr>
            <p:ph type="title"/>
          </p:nvPr>
        </p:nvSpPr>
        <p:spPr>
          <a:xfrm>
            <a:off x="838200" y="2766218"/>
            <a:ext cx="10515600" cy="1325563"/>
          </a:xfrm>
        </p:spPr>
        <p:txBody>
          <a:bodyPr>
            <a:normAutofit fontScale="90000"/>
          </a:bodyPr>
          <a:lstStyle/>
          <a:p>
            <a:pPr algn="ctr"/>
            <a:r>
              <a:rPr lang="en-IN" sz="6700" b="1" dirty="0">
                <a:solidFill>
                  <a:srgbClr val="002060"/>
                </a:solidFill>
                <a:latin typeface="Times New Roman" panose="02020603050405020304" pitchFamily="18" charset="0"/>
                <a:cs typeface="Times New Roman" panose="02020603050405020304" pitchFamily="18" charset="0"/>
              </a:rPr>
              <a:t>Thank you</a:t>
            </a:r>
            <a:br>
              <a:rPr lang="en-IN" sz="4400" dirty="0"/>
            </a:br>
            <a:endParaRPr lang="en-IN" dirty="0"/>
          </a:p>
        </p:txBody>
      </p:sp>
      <p:sp>
        <p:nvSpPr>
          <p:cNvPr id="3" name="object 2">
            <a:extLst>
              <a:ext uri="{FF2B5EF4-FFF2-40B4-BE49-F238E27FC236}">
                <a16:creationId xmlns:a16="http://schemas.microsoft.com/office/drawing/2014/main" id="{E78EBF1D-E591-3A99-EA84-E5DD474CC1D7}"/>
              </a:ext>
            </a:extLst>
          </p:cNvPr>
          <p:cNvSpPr/>
          <p:nvPr/>
        </p:nvSpPr>
        <p:spPr>
          <a:xfrm>
            <a:off x="85343" y="70103"/>
            <a:ext cx="12018010" cy="6693534"/>
          </a:xfrm>
          <a:custGeom>
            <a:avLst/>
            <a:gdLst/>
            <a:ahLst/>
            <a:cxnLst/>
            <a:rect l="l" t="t" r="r" b="b"/>
            <a:pathLst>
              <a:path w="12018010" h="6693534">
                <a:moveTo>
                  <a:pt x="0" y="329946"/>
                </a:moveTo>
                <a:lnTo>
                  <a:pt x="4770" y="281177"/>
                </a:lnTo>
                <a:lnTo>
                  <a:pt x="18624" y="234696"/>
                </a:lnTo>
                <a:lnTo>
                  <a:pt x="40887" y="190880"/>
                </a:lnTo>
                <a:lnTo>
                  <a:pt x="70878" y="150241"/>
                </a:lnTo>
                <a:lnTo>
                  <a:pt x="107911" y="113411"/>
                </a:lnTo>
                <a:lnTo>
                  <a:pt x="151295" y="80899"/>
                </a:lnTo>
                <a:lnTo>
                  <a:pt x="200380" y="53213"/>
                </a:lnTo>
                <a:lnTo>
                  <a:pt x="254457" y="30606"/>
                </a:lnTo>
                <a:lnTo>
                  <a:pt x="312864" y="13970"/>
                </a:lnTo>
                <a:lnTo>
                  <a:pt x="374916" y="3555"/>
                </a:lnTo>
                <a:lnTo>
                  <a:pt x="439915" y="0"/>
                </a:lnTo>
                <a:lnTo>
                  <a:pt x="11577955" y="0"/>
                </a:lnTo>
                <a:lnTo>
                  <a:pt x="11642979" y="3555"/>
                </a:lnTo>
                <a:lnTo>
                  <a:pt x="11705082" y="13970"/>
                </a:lnTo>
                <a:lnTo>
                  <a:pt x="11763502" y="30606"/>
                </a:lnTo>
                <a:lnTo>
                  <a:pt x="11817604" y="53213"/>
                </a:lnTo>
                <a:lnTo>
                  <a:pt x="11866626" y="80899"/>
                </a:lnTo>
                <a:lnTo>
                  <a:pt x="11910060" y="113411"/>
                </a:lnTo>
                <a:lnTo>
                  <a:pt x="11947016" y="150241"/>
                </a:lnTo>
                <a:lnTo>
                  <a:pt x="11976989" y="190880"/>
                </a:lnTo>
                <a:lnTo>
                  <a:pt x="11999341" y="234696"/>
                </a:lnTo>
                <a:lnTo>
                  <a:pt x="12013184" y="281177"/>
                </a:lnTo>
                <a:lnTo>
                  <a:pt x="12017883" y="329946"/>
                </a:lnTo>
                <a:lnTo>
                  <a:pt x="12017883" y="6363360"/>
                </a:lnTo>
                <a:lnTo>
                  <a:pt x="12013184" y="6412115"/>
                </a:lnTo>
                <a:lnTo>
                  <a:pt x="11999341" y="6458648"/>
                </a:lnTo>
                <a:lnTo>
                  <a:pt x="11976989" y="6502450"/>
                </a:lnTo>
                <a:lnTo>
                  <a:pt x="11947016" y="6543001"/>
                </a:lnTo>
                <a:lnTo>
                  <a:pt x="11910060" y="6579806"/>
                </a:lnTo>
                <a:lnTo>
                  <a:pt x="11866626" y="6612356"/>
                </a:lnTo>
                <a:lnTo>
                  <a:pt x="11817604" y="6640131"/>
                </a:lnTo>
                <a:lnTo>
                  <a:pt x="11763502" y="6662615"/>
                </a:lnTo>
                <a:lnTo>
                  <a:pt x="11705082" y="6679312"/>
                </a:lnTo>
                <a:lnTo>
                  <a:pt x="11642979" y="6689702"/>
                </a:lnTo>
                <a:lnTo>
                  <a:pt x="11577955" y="6693279"/>
                </a:lnTo>
                <a:lnTo>
                  <a:pt x="439915" y="6693279"/>
                </a:lnTo>
                <a:lnTo>
                  <a:pt x="374916" y="6689702"/>
                </a:lnTo>
                <a:lnTo>
                  <a:pt x="312864" y="6679312"/>
                </a:lnTo>
                <a:lnTo>
                  <a:pt x="254457" y="6662615"/>
                </a:lnTo>
                <a:lnTo>
                  <a:pt x="200380" y="6640131"/>
                </a:lnTo>
                <a:lnTo>
                  <a:pt x="151295" y="6612356"/>
                </a:lnTo>
                <a:lnTo>
                  <a:pt x="107911" y="6579806"/>
                </a:lnTo>
                <a:lnTo>
                  <a:pt x="70878" y="6543001"/>
                </a:lnTo>
                <a:lnTo>
                  <a:pt x="40887" y="6502450"/>
                </a:lnTo>
                <a:lnTo>
                  <a:pt x="18624" y="6458648"/>
                </a:lnTo>
                <a:lnTo>
                  <a:pt x="4770" y="6412115"/>
                </a:lnTo>
                <a:lnTo>
                  <a:pt x="0" y="6363360"/>
                </a:lnTo>
                <a:lnTo>
                  <a:pt x="0" y="329946"/>
                </a:lnTo>
                <a:close/>
              </a:path>
            </a:pathLst>
          </a:custGeom>
          <a:ln w="6095">
            <a:solidFill>
              <a:srgbClr val="000000"/>
            </a:solidFill>
          </a:ln>
        </p:spPr>
        <p:txBody>
          <a:bodyPr wrap="square" lIns="0" tIns="0" rIns="0" bIns="0" rtlCol="0"/>
          <a:lstStyle/>
          <a:p>
            <a:endParaRPr>
              <a:latin typeface="+mj-lt"/>
            </a:endParaRPr>
          </a:p>
        </p:txBody>
      </p:sp>
    </p:spTree>
    <p:extLst>
      <p:ext uri="{BB962C8B-B14F-4D97-AF65-F5344CB8AC3E}">
        <p14:creationId xmlns:p14="http://schemas.microsoft.com/office/powerpoint/2010/main" val="1105649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612</TotalTime>
  <Words>1055</Words>
  <Application>Microsoft Office PowerPoint</Application>
  <PresentationFormat>Widescreen</PresentationFormat>
  <Paragraphs>106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Design and Implementation of Smart Car Seat Belt Accident Detection and Emergency Services in Smart City Environment</vt:lpstr>
      <vt:lpstr>PowerPoint Presentation</vt:lpstr>
      <vt:lpstr>1. Introduction</vt:lpstr>
      <vt:lpstr>1. Introduction</vt:lpstr>
      <vt:lpstr>2. Methodology </vt:lpstr>
      <vt:lpstr>3. Technologies(Hardware &amp; Software required)</vt:lpstr>
      <vt:lpstr>4. System Analysis</vt:lpstr>
      <vt:lpstr>4. System Analysis</vt:lpstr>
      <vt:lpstr>5. System Analysis</vt:lpstr>
      <vt:lpstr>5. System Analysis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VAULT</dc:title>
  <dc:creator>MRUH</dc:creator>
  <cp:lastModifiedBy>singavarapu jhansi</cp:lastModifiedBy>
  <cp:revision>31</cp:revision>
  <dcterms:created xsi:type="dcterms:W3CDTF">2024-02-28T18:45:54Z</dcterms:created>
  <dcterms:modified xsi:type="dcterms:W3CDTF">2025-02-18T18:59:12Z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c3bc96b50126489cac4635313cb49982</vt:lpwstr>
  </property>
</Properties>
</file>